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ppt/diagrams/data9.xml" ContentType="application/vnd.openxmlformats-officedocument.drawingml.diagramData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2C66A8-15FA-4DB1-ABBB-B99F8055BA28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</dgm:pt>
    <dgm:pt modelId="{01157D2E-4719-4096-BEB1-0D7B64BDB724}">
      <dgm:prSet phldrT="[텍스트]"/>
      <dgm:spPr/>
      <dgm:t>
        <a:bodyPr/>
        <a:lstStyle/>
        <a:p>
          <a:pPr latinLnBrk="1"/>
          <a:r>
            <a:rPr lang="ko-KR" altLang="en-US" dirty="0" err="1" smtClean="0"/>
            <a:t>발신부에서</a:t>
          </a:r>
          <a:r>
            <a:rPr lang="ko-KR" altLang="en-US" dirty="0" smtClean="0"/>
            <a:t> 초음파 발신</a:t>
          </a:r>
          <a:endParaRPr lang="ko-KR" altLang="en-US" dirty="0"/>
        </a:p>
      </dgm:t>
    </dgm:pt>
    <dgm:pt modelId="{646A8DE9-17AE-491A-AA76-33BD732EE27B}" type="parTrans" cxnId="{6B09881C-C39D-4DEB-868E-E1956DEB05F4}">
      <dgm:prSet/>
      <dgm:spPr/>
      <dgm:t>
        <a:bodyPr/>
        <a:lstStyle/>
        <a:p>
          <a:pPr latinLnBrk="1"/>
          <a:endParaRPr lang="ko-KR" altLang="en-US"/>
        </a:p>
      </dgm:t>
    </dgm:pt>
    <dgm:pt modelId="{847823E4-D8DA-4FBF-92AA-176998C657EE}" type="sibTrans" cxnId="{6B09881C-C39D-4DEB-868E-E1956DEB05F4}">
      <dgm:prSet/>
      <dgm:spPr/>
      <dgm:t>
        <a:bodyPr/>
        <a:lstStyle/>
        <a:p>
          <a:pPr latinLnBrk="1"/>
          <a:endParaRPr lang="ko-KR" altLang="en-US"/>
        </a:p>
      </dgm:t>
    </dgm:pt>
    <dgm:pt modelId="{2CDA9457-7DFD-45DE-BFC2-0DB7FA07F034}">
      <dgm:prSet phldrT="[텍스트]"/>
      <dgm:spPr/>
      <dgm:t>
        <a:bodyPr/>
        <a:lstStyle/>
        <a:p>
          <a:pPr latinLnBrk="1"/>
          <a:r>
            <a:rPr lang="en-US" altLang="ko-KR" dirty="0" smtClean="0"/>
            <a:t>2</a:t>
          </a:r>
          <a:r>
            <a:rPr lang="ko-KR" altLang="en-US" dirty="0" smtClean="0"/>
            <a:t>개의 </a:t>
          </a:r>
          <a:r>
            <a:rPr lang="ko-KR" altLang="en-US" dirty="0" err="1" smtClean="0"/>
            <a:t>수신부에서</a:t>
          </a:r>
          <a:r>
            <a:rPr lang="ko-KR" altLang="en-US" dirty="0" smtClean="0"/>
            <a:t> 초음파 수신</a:t>
          </a:r>
          <a:endParaRPr lang="ko-KR" altLang="en-US" dirty="0"/>
        </a:p>
      </dgm:t>
    </dgm:pt>
    <dgm:pt modelId="{F36B1F6A-53FB-4A38-963E-4E8ECE21E9A6}" type="parTrans" cxnId="{00CB7041-934A-4CF2-920F-EEA0479BC8E6}">
      <dgm:prSet/>
      <dgm:spPr/>
      <dgm:t>
        <a:bodyPr/>
        <a:lstStyle/>
        <a:p>
          <a:pPr latinLnBrk="1"/>
          <a:endParaRPr lang="ko-KR" altLang="en-US"/>
        </a:p>
      </dgm:t>
    </dgm:pt>
    <dgm:pt modelId="{077AEC15-D439-404C-9DBA-0A0FC8886AE7}" type="sibTrans" cxnId="{00CB7041-934A-4CF2-920F-EEA0479BC8E6}">
      <dgm:prSet/>
      <dgm:spPr/>
      <dgm:t>
        <a:bodyPr/>
        <a:lstStyle/>
        <a:p>
          <a:pPr latinLnBrk="1"/>
          <a:endParaRPr lang="ko-KR" altLang="en-US"/>
        </a:p>
      </dgm:t>
    </dgm:pt>
    <dgm:pt modelId="{0CBF1B5B-6385-4FEA-810A-9B6120E86C68}">
      <dgm:prSet phldrT="[텍스트]"/>
      <dgm:spPr/>
      <dgm:t>
        <a:bodyPr/>
        <a:lstStyle/>
        <a:p>
          <a:pPr latinLnBrk="1"/>
          <a:r>
            <a:rPr lang="ko-KR" altLang="en-US" dirty="0" smtClean="0"/>
            <a:t>수신하는 수신부의 반대 방향 모터 회전</a:t>
          </a:r>
          <a:endParaRPr lang="ko-KR" altLang="en-US" dirty="0"/>
        </a:p>
      </dgm:t>
    </dgm:pt>
    <dgm:pt modelId="{2901F838-453E-473E-ADF7-B7EBA620C2E2}" type="parTrans" cxnId="{129F4A13-2144-4776-AA7B-AB7FDEEE7FC3}">
      <dgm:prSet/>
      <dgm:spPr/>
      <dgm:t>
        <a:bodyPr/>
        <a:lstStyle/>
        <a:p>
          <a:pPr latinLnBrk="1"/>
          <a:endParaRPr lang="ko-KR" altLang="en-US"/>
        </a:p>
      </dgm:t>
    </dgm:pt>
    <dgm:pt modelId="{053D640A-A618-424B-A80D-F4C397D2C80F}" type="sibTrans" cxnId="{129F4A13-2144-4776-AA7B-AB7FDEEE7FC3}">
      <dgm:prSet/>
      <dgm:spPr/>
      <dgm:t>
        <a:bodyPr/>
        <a:lstStyle/>
        <a:p>
          <a:pPr latinLnBrk="1"/>
          <a:endParaRPr lang="ko-KR" altLang="en-US"/>
        </a:p>
      </dgm:t>
    </dgm:pt>
    <dgm:pt modelId="{15D500B6-DC68-48D9-A0CF-DC9F9BE3979B}" type="pres">
      <dgm:prSet presAssocID="{EB2C66A8-15FA-4DB1-ABBB-B99F8055BA28}" presName="Name0" presStyleCnt="0">
        <dgm:presLayoutVars>
          <dgm:dir/>
          <dgm:animLvl val="lvl"/>
          <dgm:resizeHandles val="exact"/>
        </dgm:presLayoutVars>
      </dgm:prSet>
      <dgm:spPr/>
    </dgm:pt>
    <dgm:pt modelId="{1885749A-B706-4C6C-A445-1174DF3CD3FB}" type="pres">
      <dgm:prSet presAssocID="{0CBF1B5B-6385-4FEA-810A-9B6120E86C68}" presName="boxAndChildren" presStyleCnt="0"/>
      <dgm:spPr/>
    </dgm:pt>
    <dgm:pt modelId="{7EF79B39-44E6-441B-A38C-87BECCF0D0BE}" type="pres">
      <dgm:prSet presAssocID="{0CBF1B5B-6385-4FEA-810A-9B6120E86C68}" presName="parentTextBox" presStyleLbl="node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F2E95062-7356-4AD3-A1AB-1F521BA7AF29}" type="pres">
      <dgm:prSet presAssocID="{077AEC15-D439-404C-9DBA-0A0FC8886AE7}" presName="sp" presStyleCnt="0"/>
      <dgm:spPr/>
    </dgm:pt>
    <dgm:pt modelId="{EDB7EA69-DC3A-42F5-A740-653CC0A3C5E8}" type="pres">
      <dgm:prSet presAssocID="{2CDA9457-7DFD-45DE-BFC2-0DB7FA07F034}" presName="arrowAndChildren" presStyleCnt="0"/>
      <dgm:spPr/>
    </dgm:pt>
    <dgm:pt modelId="{A3BCCE67-A44D-42FC-B103-2978572F24A5}" type="pres">
      <dgm:prSet presAssocID="{2CDA9457-7DFD-45DE-BFC2-0DB7FA07F034}" presName="parentTextArrow" presStyleLbl="node1" presStyleIdx="1" presStyleCnt="3"/>
      <dgm:spPr/>
    </dgm:pt>
    <dgm:pt modelId="{C4C2A601-39BF-4B5C-8A04-7C83BC4F1039}" type="pres">
      <dgm:prSet presAssocID="{847823E4-D8DA-4FBF-92AA-176998C657EE}" presName="sp" presStyleCnt="0"/>
      <dgm:spPr/>
    </dgm:pt>
    <dgm:pt modelId="{AF251FAA-BD93-4E12-84AE-76E04F47D8EC}" type="pres">
      <dgm:prSet presAssocID="{01157D2E-4719-4096-BEB1-0D7B64BDB724}" presName="arrowAndChildren" presStyleCnt="0"/>
      <dgm:spPr/>
    </dgm:pt>
    <dgm:pt modelId="{F654FB92-13C3-43A5-BC75-DE15CBA9345C}" type="pres">
      <dgm:prSet presAssocID="{01157D2E-4719-4096-BEB1-0D7B64BDB724}" presName="parentTextArrow" presStyleLbl="node1" presStyleIdx="2" presStyleCnt="3"/>
      <dgm:spPr/>
      <dgm:t>
        <a:bodyPr/>
        <a:lstStyle/>
        <a:p>
          <a:pPr latinLnBrk="1"/>
          <a:endParaRPr lang="ko-KR" altLang="en-US"/>
        </a:p>
      </dgm:t>
    </dgm:pt>
  </dgm:ptLst>
  <dgm:cxnLst>
    <dgm:cxn modelId="{6B09881C-C39D-4DEB-868E-E1956DEB05F4}" srcId="{EB2C66A8-15FA-4DB1-ABBB-B99F8055BA28}" destId="{01157D2E-4719-4096-BEB1-0D7B64BDB724}" srcOrd="0" destOrd="0" parTransId="{646A8DE9-17AE-491A-AA76-33BD732EE27B}" sibTransId="{847823E4-D8DA-4FBF-92AA-176998C657EE}"/>
    <dgm:cxn modelId="{D76FC6AF-8481-4B93-8905-7CD44734F479}" type="presOf" srcId="{0CBF1B5B-6385-4FEA-810A-9B6120E86C68}" destId="{7EF79B39-44E6-441B-A38C-87BECCF0D0BE}" srcOrd="0" destOrd="0" presId="urn:microsoft.com/office/officeart/2005/8/layout/process4"/>
    <dgm:cxn modelId="{9304AC9B-D3A8-4720-A3E5-1A03B2CAE6AE}" type="presOf" srcId="{01157D2E-4719-4096-BEB1-0D7B64BDB724}" destId="{F654FB92-13C3-43A5-BC75-DE15CBA9345C}" srcOrd="0" destOrd="0" presId="urn:microsoft.com/office/officeart/2005/8/layout/process4"/>
    <dgm:cxn modelId="{88A4B296-656E-41BC-BB6F-F991973F05C9}" type="presOf" srcId="{EB2C66A8-15FA-4DB1-ABBB-B99F8055BA28}" destId="{15D500B6-DC68-48D9-A0CF-DC9F9BE3979B}" srcOrd="0" destOrd="0" presId="urn:microsoft.com/office/officeart/2005/8/layout/process4"/>
    <dgm:cxn modelId="{AAA62FE6-2FFC-49D8-9ADE-D14C04B57FAC}" type="presOf" srcId="{2CDA9457-7DFD-45DE-BFC2-0DB7FA07F034}" destId="{A3BCCE67-A44D-42FC-B103-2978572F24A5}" srcOrd="0" destOrd="0" presId="urn:microsoft.com/office/officeart/2005/8/layout/process4"/>
    <dgm:cxn modelId="{129F4A13-2144-4776-AA7B-AB7FDEEE7FC3}" srcId="{EB2C66A8-15FA-4DB1-ABBB-B99F8055BA28}" destId="{0CBF1B5B-6385-4FEA-810A-9B6120E86C68}" srcOrd="2" destOrd="0" parTransId="{2901F838-453E-473E-ADF7-B7EBA620C2E2}" sibTransId="{053D640A-A618-424B-A80D-F4C397D2C80F}"/>
    <dgm:cxn modelId="{00CB7041-934A-4CF2-920F-EEA0479BC8E6}" srcId="{EB2C66A8-15FA-4DB1-ABBB-B99F8055BA28}" destId="{2CDA9457-7DFD-45DE-BFC2-0DB7FA07F034}" srcOrd="1" destOrd="0" parTransId="{F36B1F6A-53FB-4A38-963E-4E8ECE21E9A6}" sibTransId="{077AEC15-D439-404C-9DBA-0A0FC8886AE7}"/>
    <dgm:cxn modelId="{FE0461E4-0608-4E05-A9B3-09B78A0CF9ED}" type="presParOf" srcId="{15D500B6-DC68-48D9-A0CF-DC9F9BE3979B}" destId="{1885749A-B706-4C6C-A445-1174DF3CD3FB}" srcOrd="0" destOrd="0" presId="urn:microsoft.com/office/officeart/2005/8/layout/process4"/>
    <dgm:cxn modelId="{35DEDA11-A1F9-4C19-8BA0-4435CEC7976F}" type="presParOf" srcId="{1885749A-B706-4C6C-A445-1174DF3CD3FB}" destId="{7EF79B39-44E6-441B-A38C-87BECCF0D0BE}" srcOrd="0" destOrd="0" presId="urn:microsoft.com/office/officeart/2005/8/layout/process4"/>
    <dgm:cxn modelId="{26FDEE5C-FAF4-4C68-A252-99E0BCFCEB01}" type="presParOf" srcId="{15D500B6-DC68-48D9-A0CF-DC9F9BE3979B}" destId="{F2E95062-7356-4AD3-A1AB-1F521BA7AF29}" srcOrd="1" destOrd="0" presId="urn:microsoft.com/office/officeart/2005/8/layout/process4"/>
    <dgm:cxn modelId="{5ED9F210-222D-4ACC-81DC-BA737252BD6B}" type="presParOf" srcId="{15D500B6-DC68-48D9-A0CF-DC9F9BE3979B}" destId="{EDB7EA69-DC3A-42F5-A740-653CC0A3C5E8}" srcOrd="2" destOrd="0" presId="urn:microsoft.com/office/officeart/2005/8/layout/process4"/>
    <dgm:cxn modelId="{60BCA53C-12B6-45C0-A48B-213F5C8F8EFF}" type="presParOf" srcId="{EDB7EA69-DC3A-42F5-A740-653CC0A3C5E8}" destId="{A3BCCE67-A44D-42FC-B103-2978572F24A5}" srcOrd="0" destOrd="0" presId="urn:microsoft.com/office/officeart/2005/8/layout/process4"/>
    <dgm:cxn modelId="{7B6115AD-8B8A-4991-A9F8-534CC0B077D0}" type="presParOf" srcId="{15D500B6-DC68-48D9-A0CF-DC9F9BE3979B}" destId="{C4C2A601-39BF-4B5C-8A04-7C83BC4F1039}" srcOrd="3" destOrd="0" presId="urn:microsoft.com/office/officeart/2005/8/layout/process4"/>
    <dgm:cxn modelId="{B2DD4CF3-8A25-430B-9116-0D2610E4E0BA}" type="presParOf" srcId="{15D500B6-DC68-48D9-A0CF-DC9F9BE3979B}" destId="{AF251FAA-BD93-4E12-84AE-76E04F47D8EC}" srcOrd="4" destOrd="0" presId="urn:microsoft.com/office/officeart/2005/8/layout/process4"/>
    <dgm:cxn modelId="{00EBC886-BAAA-495C-8955-92474BCDC433}" type="presParOf" srcId="{AF251FAA-BD93-4E12-84AE-76E04F47D8EC}" destId="{F654FB92-13C3-43A5-BC75-DE15CBA9345C}" srcOrd="0" destOrd="0" presId="urn:microsoft.com/office/officeart/2005/8/layout/process4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B2CFF1-D590-48C3-B3A8-C48BD342E94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5B519068-D348-4F9B-9072-53854F04C623}">
      <dgm:prSet phldrT="[텍스트]"/>
      <dgm:spPr/>
      <dgm:t>
        <a:bodyPr/>
        <a:lstStyle/>
        <a:p>
          <a:pPr latinLnBrk="1"/>
          <a:r>
            <a:rPr lang="en-US" altLang="ko-KR" dirty="0" smtClean="0"/>
            <a:t>AT90S2313 </a:t>
          </a:r>
          <a:r>
            <a:rPr lang="ko-KR" altLang="en-US" dirty="0" smtClean="0"/>
            <a:t>기본회로 제작</a:t>
          </a:r>
          <a:endParaRPr lang="ko-KR" altLang="en-US" dirty="0"/>
        </a:p>
      </dgm:t>
    </dgm:pt>
    <dgm:pt modelId="{74958B96-CB9D-4677-80F0-1739DD455510}" type="parTrans" cxnId="{C6B07525-B5F2-4080-A022-5B65FBC1C76D}">
      <dgm:prSet/>
      <dgm:spPr/>
      <dgm:t>
        <a:bodyPr/>
        <a:lstStyle/>
        <a:p>
          <a:pPr latinLnBrk="1"/>
          <a:endParaRPr lang="ko-KR" altLang="en-US"/>
        </a:p>
      </dgm:t>
    </dgm:pt>
    <dgm:pt modelId="{E37E9013-0CFB-4E2B-86C5-1287958C6595}" type="sibTrans" cxnId="{C6B07525-B5F2-4080-A022-5B65FBC1C76D}">
      <dgm:prSet/>
      <dgm:spPr/>
      <dgm:t>
        <a:bodyPr/>
        <a:lstStyle/>
        <a:p>
          <a:pPr latinLnBrk="1"/>
          <a:endParaRPr lang="ko-KR" altLang="en-US"/>
        </a:p>
      </dgm:t>
    </dgm:pt>
    <dgm:pt modelId="{E37A9DA9-9FED-4D5A-948B-B7D89561631D}">
      <dgm:prSet phldrT="[텍스트]"/>
      <dgm:spPr/>
      <dgm:t>
        <a:bodyPr/>
        <a:lstStyle/>
        <a:p>
          <a:pPr latinLnBrk="1"/>
          <a:r>
            <a:rPr lang="ko-KR" altLang="en-US" dirty="0" smtClean="0"/>
            <a:t>단순한 </a:t>
          </a:r>
          <a:r>
            <a:rPr lang="ko-KR" altLang="en-US" dirty="0" err="1" smtClean="0"/>
            <a:t>사각파</a:t>
          </a:r>
          <a:r>
            <a:rPr lang="ko-KR" altLang="en-US" dirty="0" smtClean="0"/>
            <a:t> 생성 소스 입력</a:t>
          </a:r>
          <a:endParaRPr lang="ko-KR" altLang="en-US" dirty="0"/>
        </a:p>
      </dgm:t>
    </dgm:pt>
    <dgm:pt modelId="{D7BD74CC-CFC2-4AB2-9B62-15D73EF1000D}" type="parTrans" cxnId="{B123BC8F-A3BA-438C-A478-042621DC1015}">
      <dgm:prSet/>
      <dgm:spPr/>
      <dgm:t>
        <a:bodyPr/>
        <a:lstStyle/>
        <a:p>
          <a:pPr latinLnBrk="1"/>
          <a:endParaRPr lang="ko-KR" altLang="en-US"/>
        </a:p>
      </dgm:t>
    </dgm:pt>
    <dgm:pt modelId="{69FE63CD-D7D3-4388-BEBC-2E7F5285C780}" type="sibTrans" cxnId="{B123BC8F-A3BA-438C-A478-042621DC1015}">
      <dgm:prSet/>
      <dgm:spPr/>
      <dgm:t>
        <a:bodyPr/>
        <a:lstStyle/>
        <a:p>
          <a:pPr latinLnBrk="1"/>
          <a:endParaRPr lang="ko-KR" altLang="en-US"/>
        </a:p>
      </dgm:t>
    </dgm:pt>
    <dgm:pt modelId="{0AC1944B-72B0-401E-B64E-33A9B00BF32F}">
      <dgm:prSet phldrT="[텍스트]"/>
      <dgm:spPr/>
      <dgm:t>
        <a:bodyPr/>
        <a:lstStyle/>
        <a:p>
          <a:pPr latinLnBrk="1"/>
          <a:r>
            <a:rPr lang="ko-KR" altLang="en-US" dirty="0" smtClean="0"/>
            <a:t>초음파 발신부를 칩에 직접 연결</a:t>
          </a:r>
          <a:endParaRPr lang="ko-KR" altLang="en-US" dirty="0"/>
        </a:p>
      </dgm:t>
    </dgm:pt>
    <dgm:pt modelId="{B65127F4-DF58-4B65-ACA9-FE46F21CA7C0}" type="parTrans" cxnId="{B5554D38-4747-435B-8887-DE099B756E62}">
      <dgm:prSet/>
      <dgm:spPr/>
      <dgm:t>
        <a:bodyPr/>
        <a:lstStyle/>
        <a:p>
          <a:pPr latinLnBrk="1"/>
          <a:endParaRPr lang="ko-KR" altLang="en-US"/>
        </a:p>
      </dgm:t>
    </dgm:pt>
    <dgm:pt modelId="{D111F3A3-7276-4519-AB01-B2FE96EC51C3}" type="sibTrans" cxnId="{B5554D38-4747-435B-8887-DE099B756E62}">
      <dgm:prSet/>
      <dgm:spPr/>
      <dgm:t>
        <a:bodyPr/>
        <a:lstStyle/>
        <a:p>
          <a:pPr latinLnBrk="1"/>
          <a:endParaRPr lang="ko-KR" altLang="en-US"/>
        </a:p>
      </dgm:t>
    </dgm:pt>
    <dgm:pt modelId="{2F7A5F88-9B8F-47AA-80AC-3E10541792BF}" type="pres">
      <dgm:prSet presAssocID="{F5B2CFF1-D590-48C3-B3A8-C48BD342E94E}" presName="outerComposite" presStyleCnt="0">
        <dgm:presLayoutVars>
          <dgm:chMax val="5"/>
          <dgm:dir/>
          <dgm:resizeHandles val="exact"/>
        </dgm:presLayoutVars>
      </dgm:prSet>
      <dgm:spPr/>
    </dgm:pt>
    <dgm:pt modelId="{547DF1C5-A1F7-4E65-8411-F7F3655ADDD4}" type="pres">
      <dgm:prSet presAssocID="{F5B2CFF1-D590-48C3-B3A8-C48BD342E94E}" presName="dummyMaxCanvas" presStyleCnt="0">
        <dgm:presLayoutVars/>
      </dgm:prSet>
      <dgm:spPr/>
    </dgm:pt>
    <dgm:pt modelId="{52B76ED9-35E0-4020-9DE4-2BC3C9CB780A}" type="pres">
      <dgm:prSet presAssocID="{F5B2CFF1-D590-48C3-B3A8-C48BD342E94E}" presName="ThreeNodes_1" presStyleLbl="node1" presStyleIdx="0" presStyleCnt="3">
        <dgm:presLayoutVars>
          <dgm:bulletEnabled val="1"/>
        </dgm:presLayoutVars>
      </dgm:prSet>
      <dgm:spPr/>
    </dgm:pt>
    <dgm:pt modelId="{7D81CD7D-2875-4236-B600-8B028E2B8828}" type="pres">
      <dgm:prSet presAssocID="{F5B2CFF1-D590-48C3-B3A8-C48BD342E94E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4B02C3B-3336-4685-BD10-CFC9C1663560}" type="pres">
      <dgm:prSet presAssocID="{F5B2CFF1-D590-48C3-B3A8-C48BD342E94E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0A6FF67-255F-40C9-A20F-22DD9C23ADE7}" type="pres">
      <dgm:prSet presAssocID="{F5B2CFF1-D590-48C3-B3A8-C48BD342E94E}" presName="ThreeConn_1-2" presStyleLbl="fgAccFollowNode1" presStyleIdx="0" presStyleCnt="2" custLinFactNeighborX="-67788" custLinFactNeighborY="2303">
        <dgm:presLayoutVars>
          <dgm:bulletEnabled val="1"/>
        </dgm:presLayoutVars>
      </dgm:prSet>
      <dgm:spPr/>
    </dgm:pt>
    <dgm:pt modelId="{5D132C10-D877-4EC9-A4F5-7A21FC49C05B}" type="pres">
      <dgm:prSet presAssocID="{F5B2CFF1-D590-48C3-B3A8-C48BD342E94E}" presName="ThreeConn_2-3" presStyleLbl="fgAccFollowNode1" presStyleIdx="1" presStyleCnt="2">
        <dgm:presLayoutVars>
          <dgm:bulletEnabled val="1"/>
        </dgm:presLayoutVars>
      </dgm:prSet>
      <dgm:spPr/>
    </dgm:pt>
    <dgm:pt modelId="{1D149F32-7FAC-44FC-8F56-AC3A99118382}" type="pres">
      <dgm:prSet presAssocID="{F5B2CFF1-D590-48C3-B3A8-C48BD342E94E}" presName="ThreeNodes_1_text" presStyleLbl="node1" presStyleIdx="2" presStyleCnt="3">
        <dgm:presLayoutVars>
          <dgm:bulletEnabled val="1"/>
        </dgm:presLayoutVars>
      </dgm:prSet>
      <dgm:spPr/>
    </dgm:pt>
    <dgm:pt modelId="{6F068ABC-D385-4860-A98B-20E2C10F0620}" type="pres">
      <dgm:prSet presAssocID="{F5B2CFF1-D590-48C3-B3A8-C48BD342E94E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5315EB8-6A4A-4185-BE3B-29FF6864E7E6}" type="pres">
      <dgm:prSet presAssocID="{F5B2CFF1-D590-48C3-B3A8-C48BD342E94E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5DDE122E-3651-49A1-A3AF-DFE2072D4E26}" type="presOf" srcId="{E37A9DA9-9FED-4D5A-948B-B7D89561631D}" destId="{6F068ABC-D385-4860-A98B-20E2C10F0620}" srcOrd="1" destOrd="0" presId="urn:microsoft.com/office/officeart/2005/8/layout/vProcess5"/>
    <dgm:cxn modelId="{E991F06B-5026-40E7-943F-6634C94F2A25}" type="presOf" srcId="{5B519068-D348-4F9B-9072-53854F04C623}" destId="{52B76ED9-35E0-4020-9DE4-2BC3C9CB780A}" srcOrd="0" destOrd="0" presId="urn:microsoft.com/office/officeart/2005/8/layout/vProcess5"/>
    <dgm:cxn modelId="{D8A2F5DD-8C2B-46A5-9B6B-77F27D34D404}" type="presOf" srcId="{F5B2CFF1-D590-48C3-B3A8-C48BD342E94E}" destId="{2F7A5F88-9B8F-47AA-80AC-3E10541792BF}" srcOrd="0" destOrd="0" presId="urn:microsoft.com/office/officeart/2005/8/layout/vProcess5"/>
    <dgm:cxn modelId="{242F564A-B1A3-4FEA-8B03-74FCBBAC64B6}" type="presOf" srcId="{69FE63CD-D7D3-4388-BEBC-2E7F5285C780}" destId="{5D132C10-D877-4EC9-A4F5-7A21FC49C05B}" srcOrd="0" destOrd="0" presId="urn:microsoft.com/office/officeart/2005/8/layout/vProcess5"/>
    <dgm:cxn modelId="{354A6DA3-3B4A-4DC3-91FB-C492178F488C}" type="presOf" srcId="{0AC1944B-72B0-401E-B64E-33A9B00BF32F}" destId="{45315EB8-6A4A-4185-BE3B-29FF6864E7E6}" srcOrd="1" destOrd="0" presId="urn:microsoft.com/office/officeart/2005/8/layout/vProcess5"/>
    <dgm:cxn modelId="{C88F2201-BDF4-4D2E-A131-8585BD23B57D}" type="presOf" srcId="{E37E9013-0CFB-4E2B-86C5-1287958C6595}" destId="{60A6FF67-255F-40C9-A20F-22DD9C23ADE7}" srcOrd="0" destOrd="0" presId="urn:microsoft.com/office/officeart/2005/8/layout/vProcess5"/>
    <dgm:cxn modelId="{C6B07525-B5F2-4080-A022-5B65FBC1C76D}" srcId="{F5B2CFF1-D590-48C3-B3A8-C48BD342E94E}" destId="{5B519068-D348-4F9B-9072-53854F04C623}" srcOrd="0" destOrd="0" parTransId="{74958B96-CB9D-4677-80F0-1739DD455510}" sibTransId="{E37E9013-0CFB-4E2B-86C5-1287958C6595}"/>
    <dgm:cxn modelId="{F07ED598-CCCF-4E22-8BA0-0082D7F42455}" type="presOf" srcId="{E37A9DA9-9FED-4D5A-948B-B7D89561631D}" destId="{7D81CD7D-2875-4236-B600-8B028E2B8828}" srcOrd="0" destOrd="0" presId="urn:microsoft.com/office/officeart/2005/8/layout/vProcess5"/>
    <dgm:cxn modelId="{81C62C31-20E6-45C4-B345-C700F14447E3}" type="presOf" srcId="{0AC1944B-72B0-401E-B64E-33A9B00BF32F}" destId="{24B02C3B-3336-4685-BD10-CFC9C1663560}" srcOrd="0" destOrd="0" presId="urn:microsoft.com/office/officeart/2005/8/layout/vProcess5"/>
    <dgm:cxn modelId="{B123BC8F-A3BA-438C-A478-042621DC1015}" srcId="{F5B2CFF1-D590-48C3-B3A8-C48BD342E94E}" destId="{E37A9DA9-9FED-4D5A-948B-B7D89561631D}" srcOrd="1" destOrd="0" parTransId="{D7BD74CC-CFC2-4AB2-9B62-15D73EF1000D}" sibTransId="{69FE63CD-D7D3-4388-BEBC-2E7F5285C780}"/>
    <dgm:cxn modelId="{B5554D38-4747-435B-8887-DE099B756E62}" srcId="{F5B2CFF1-D590-48C3-B3A8-C48BD342E94E}" destId="{0AC1944B-72B0-401E-B64E-33A9B00BF32F}" srcOrd="2" destOrd="0" parTransId="{B65127F4-DF58-4B65-ACA9-FE46F21CA7C0}" sibTransId="{D111F3A3-7276-4519-AB01-B2FE96EC51C3}"/>
    <dgm:cxn modelId="{2A3D778D-0364-41B2-83B0-1A60D726CED0}" type="presOf" srcId="{5B519068-D348-4F9B-9072-53854F04C623}" destId="{1D149F32-7FAC-44FC-8F56-AC3A99118382}" srcOrd="1" destOrd="0" presId="urn:microsoft.com/office/officeart/2005/8/layout/vProcess5"/>
    <dgm:cxn modelId="{008298F0-DD0E-4701-ABDD-04D3F5EFFB5F}" type="presParOf" srcId="{2F7A5F88-9B8F-47AA-80AC-3E10541792BF}" destId="{547DF1C5-A1F7-4E65-8411-F7F3655ADDD4}" srcOrd="0" destOrd="0" presId="urn:microsoft.com/office/officeart/2005/8/layout/vProcess5"/>
    <dgm:cxn modelId="{C12122CC-6BAF-46DF-89C1-70A8E91D2F51}" type="presParOf" srcId="{2F7A5F88-9B8F-47AA-80AC-3E10541792BF}" destId="{52B76ED9-35E0-4020-9DE4-2BC3C9CB780A}" srcOrd="1" destOrd="0" presId="urn:microsoft.com/office/officeart/2005/8/layout/vProcess5"/>
    <dgm:cxn modelId="{5E1D335B-203F-4E70-910C-5D96FFFA9EF3}" type="presParOf" srcId="{2F7A5F88-9B8F-47AA-80AC-3E10541792BF}" destId="{7D81CD7D-2875-4236-B600-8B028E2B8828}" srcOrd="2" destOrd="0" presId="urn:microsoft.com/office/officeart/2005/8/layout/vProcess5"/>
    <dgm:cxn modelId="{F71212D0-3317-4D62-9CEE-A773CE799C0D}" type="presParOf" srcId="{2F7A5F88-9B8F-47AA-80AC-3E10541792BF}" destId="{24B02C3B-3336-4685-BD10-CFC9C1663560}" srcOrd="3" destOrd="0" presId="urn:microsoft.com/office/officeart/2005/8/layout/vProcess5"/>
    <dgm:cxn modelId="{064F9C19-8240-41B4-B994-391F64FA5E97}" type="presParOf" srcId="{2F7A5F88-9B8F-47AA-80AC-3E10541792BF}" destId="{60A6FF67-255F-40C9-A20F-22DD9C23ADE7}" srcOrd="4" destOrd="0" presId="urn:microsoft.com/office/officeart/2005/8/layout/vProcess5"/>
    <dgm:cxn modelId="{2DF314A6-EF2B-48C1-A240-24F6763ACF3A}" type="presParOf" srcId="{2F7A5F88-9B8F-47AA-80AC-3E10541792BF}" destId="{5D132C10-D877-4EC9-A4F5-7A21FC49C05B}" srcOrd="5" destOrd="0" presId="urn:microsoft.com/office/officeart/2005/8/layout/vProcess5"/>
    <dgm:cxn modelId="{58EE6332-DA49-4E03-BCA1-C94B51B97E80}" type="presParOf" srcId="{2F7A5F88-9B8F-47AA-80AC-3E10541792BF}" destId="{1D149F32-7FAC-44FC-8F56-AC3A99118382}" srcOrd="6" destOrd="0" presId="urn:microsoft.com/office/officeart/2005/8/layout/vProcess5"/>
    <dgm:cxn modelId="{F11D3611-656F-49DB-A27C-B0747AD3067A}" type="presParOf" srcId="{2F7A5F88-9B8F-47AA-80AC-3E10541792BF}" destId="{6F068ABC-D385-4860-A98B-20E2C10F0620}" srcOrd="7" destOrd="0" presId="urn:microsoft.com/office/officeart/2005/8/layout/vProcess5"/>
    <dgm:cxn modelId="{484D335E-70BE-4DAB-AAFE-40658B8D6418}" type="presParOf" srcId="{2F7A5F88-9B8F-47AA-80AC-3E10541792BF}" destId="{45315EB8-6A4A-4185-BE3B-29FF6864E7E6}" srcOrd="8" destOrd="0" presId="urn:microsoft.com/office/officeart/2005/8/layout/vProcess5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0A82FE-A68E-43ED-86E4-D9400D8EE63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B1E8781F-0A60-4A43-8A38-D73569349490}">
      <dgm:prSet phldrT="[텍스트]"/>
      <dgm:spPr/>
      <dgm:t>
        <a:bodyPr/>
        <a:lstStyle/>
        <a:p>
          <a:pPr latinLnBrk="1"/>
          <a:r>
            <a:rPr lang="ko-KR" altLang="en-US" dirty="0" smtClean="0"/>
            <a:t>발신 거리 </a:t>
          </a:r>
          <a:r>
            <a:rPr lang="en-US" altLang="ko-KR" dirty="0" smtClean="0"/>
            <a:t>20cm</a:t>
          </a:r>
          <a:r>
            <a:rPr lang="ko-KR" altLang="en-US" dirty="0" smtClean="0"/>
            <a:t>로 모자람</a:t>
          </a:r>
          <a:endParaRPr lang="ko-KR" altLang="en-US" dirty="0"/>
        </a:p>
      </dgm:t>
    </dgm:pt>
    <dgm:pt modelId="{6441A777-8D8C-4301-9D4B-39DCB7E647CE}" type="parTrans" cxnId="{5DE485C4-798B-4B55-B59A-1DF0758375B0}">
      <dgm:prSet/>
      <dgm:spPr/>
      <dgm:t>
        <a:bodyPr/>
        <a:lstStyle/>
        <a:p>
          <a:pPr latinLnBrk="1"/>
          <a:endParaRPr lang="ko-KR" altLang="en-US"/>
        </a:p>
      </dgm:t>
    </dgm:pt>
    <dgm:pt modelId="{272C7D40-82E2-4310-B116-9B65D7E0750F}" type="sibTrans" cxnId="{5DE485C4-798B-4B55-B59A-1DF0758375B0}">
      <dgm:prSet/>
      <dgm:spPr/>
      <dgm:t>
        <a:bodyPr/>
        <a:lstStyle/>
        <a:p>
          <a:pPr latinLnBrk="1"/>
          <a:endParaRPr lang="ko-KR" altLang="en-US"/>
        </a:p>
      </dgm:t>
    </dgm:pt>
    <dgm:pt modelId="{67DAA185-BF67-4CC3-ADD4-19973FB00026}">
      <dgm:prSet phldrT="[텍스트]"/>
      <dgm:spPr/>
      <dgm:t>
        <a:bodyPr/>
        <a:lstStyle/>
        <a:p>
          <a:pPr latinLnBrk="1"/>
          <a:r>
            <a:rPr lang="en-US" altLang="ko-KR" dirty="0" smtClean="0"/>
            <a:t>Step-up regulator </a:t>
          </a:r>
          <a:r>
            <a:rPr lang="ko-KR" altLang="en-US" dirty="0" smtClean="0"/>
            <a:t>이용</a:t>
          </a:r>
          <a:endParaRPr lang="ko-KR" altLang="en-US" dirty="0"/>
        </a:p>
      </dgm:t>
    </dgm:pt>
    <dgm:pt modelId="{2D9CAC50-1B4F-42CD-82B0-3ECFE78724DA}" type="parTrans" cxnId="{588290D1-1B4D-4F9B-94A0-69AF9C5A30C1}">
      <dgm:prSet/>
      <dgm:spPr/>
      <dgm:t>
        <a:bodyPr/>
        <a:lstStyle/>
        <a:p>
          <a:pPr latinLnBrk="1"/>
          <a:endParaRPr lang="ko-KR" altLang="en-US"/>
        </a:p>
      </dgm:t>
    </dgm:pt>
    <dgm:pt modelId="{B26DEF0C-1344-43FF-9D04-E2D9594B6E88}" type="sibTrans" cxnId="{588290D1-1B4D-4F9B-94A0-69AF9C5A30C1}">
      <dgm:prSet/>
      <dgm:spPr/>
      <dgm:t>
        <a:bodyPr/>
        <a:lstStyle/>
        <a:p>
          <a:pPr latinLnBrk="1"/>
          <a:endParaRPr lang="ko-KR" altLang="en-US"/>
        </a:p>
      </dgm:t>
    </dgm:pt>
    <dgm:pt modelId="{63E0694D-9657-48D2-8C91-D273B275D5F3}">
      <dgm:prSet phldrT="[텍스트]"/>
      <dgm:spPr/>
      <dgm:t>
        <a:bodyPr/>
        <a:lstStyle/>
        <a:p>
          <a:pPr latinLnBrk="1"/>
          <a:r>
            <a:rPr lang="ko-KR" altLang="en-US" dirty="0" smtClean="0"/>
            <a:t>사각 파에서 이상한 값이 뜸</a:t>
          </a:r>
          <a:r>
            <a:rPr lang="en-US" altLang="ko-KR" dirty="0" smtClean="0"/>
            <a:t>, </a:t>
          </a:r>
          <a:r>
            <a:rPr lang="ko-KR" altLang="en-US" dirty="0" smtClean="0"/>
            <a:t>포기</a:t>
          </a:r>
          <a:endParaRPr lang="ko-KR" altLang="en-US" dirty="0"/>
        </a:p>
      </dgm:t>
    </dgm:pt>
    <dgm:pt modelId="{3311C949-0E86-4F03-BA4A-135D04E9326A}" type="parTrans" cxnId="{C3AEFD40-81EF-4211-A86F-F786005A324B}">
      <dgm:prSet/>
      <dgm:spPr/>
      <dgm:t>
        <a:bodyPr/>
        <a:lstStyle/>
        <a:p>
          <a:pPr latinLnBrk="1"/>
          <a:endParaRPr lang="ko-KR" altLang="en-US"/>
        </a:p>
      </dgm:t>
    </dgm:pt>
    <dgm:pt modelId="{8B2EC051-B921-4F85-9739-48E10D711875}" type="sibTrans" cxnId="{C3AEFD40-81EF-4211-A86F-F786005A324B}">
      <dgm:prSet/>
      <dgm:spPr/>
      <dgm:t>
        <a:bodyPr/>
        <a:lstStyle/>
        <a:p>
          <a:pPr latinLnBrk="1"/>
          <a:endParaRPr lang="ko-KR" altLang="en-US"/>
        </a:p>
      </dgm:t>
    </dgm:pt>
    <dgm:pt modelId="{9BB549B4-3D85-4A01-8E83-2779EAF52A24}" type="pres">
      <dgm:prSet presAssocID="{BE0A82FE-A68E-43ED-86E4-D9400D8EE631}" presName="outerComposite" presStyleCnt="0">
        <dgm:presLayoutVars>
          <dgm:chMax val="5"/>
          <dgm:dir/>
          <dgm:resizeHandles val="exact"/>
        </dgm:presLayoutVars>
      </dgm:prSet>
      <dgm:spPr/>
    </dgm:pt>
    <dgm:pt modelId="{961DAD1A-1706-4E15-9FA5-E0310B822858}" type="pres">
      <dgm:prSet presAssocID="{BE0A82FE-A68E-43ED-86E4-D9400D8EE631}" presName="dummyMaxCanvas" presStyleCnt="0">
        <dgm:presLayoutVars/>
      </dgm:prSet>
      <dgm:spPr/>
    </dgm:pt>
    <dgm:pt modelId="{DBF02EDC-B6A9-4EC6-AC51-4EA9F695D56A}" type="pres">
      <dgm:prSet presAssocID="{BE0A82FE-A68E-43ED-86E4-D9400D8EE631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00A177C-B820-4BA2-8844-A9B7179D8C5D}" type="pres">
      <dgm:prSet presAssocID="{BE0A82FE-A68E-43ED-86E4-D9400D8EE631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7A5121B-6218-494B-9F88-2688E633611A}" type="pres">
      <dgm:prSet presAssocID="{BE0A82FE-A68E-43ED-86E4-D9400D8EE631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9EF0B89-BCB7-4550-97FE-B84820C728A5}" type="pres">
      <dgm:prSet presAssocID="{BE0A82FE-A68E-43ED-86E4-D9400D8EE631}" presName="ThreeConn_1-2" presStyleLbl="fgAccFollowNode1" presStyleIdx="0" presStyleCnt="2">
        <dgm:presLayoutVars>
          <dgm:bulletEnabled val="1"/>
        </dgm:presLayoutVars>
      </dgm:prSet>
      <dgm:spPr/>
    </dgm:pt>
    <dgm:pt modelId="{CF890EF5-A78F-40FC-B23D-46BB0D6FA246}" type="pres">
      <dgm:prSet presAssocID="{BE0A82FE-A68E-43ED-86E4-D9400D8EE631}" presName="ThreeConn_2-3" presStyleLbl="fgAccFollowNode1" presStyleIdx="1" presStyleCnt="2">
        <dgm:presLayoutVars>
          <dgm:bulletEnabled val="1"/>
        </dgm:presLayoutVars>
      </dgm:prSet>
      <dgm:spPr/>
    </dgm:pt>
    <dgm:pt modelId="{6014CB66-BC99-4235-ACFA-9D4E976942B9}" type="pres">
      <dgm:prSet presAssocID="{BE0A82FE-A68E-43ED-86E4-D9400D8EE631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FF75C13-A5CC-4F8B-8650-46790945D995}" type="pres">
      <dgm:prSet presAssocID="{BE0A82FE-A68E-43ED-86E4-D9400D8EE631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150BBA1-3F83-4536-8A3E-DC9863BC26B3}" type="pres">
      <dgm:prSet presAssocID="{BE0A82FE-A68E-43ED-86E4-D9400D8EE631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3E1FA832-5135-4D1E-8E8A-FCE389DCDE07}" type="presOf" srcId="{B1E8781F-0A60-4A43-8A38-D73569349490}" destId="{DBF02EDC-B6A9-4EC6-AC51-4EA9F695D56A}" srcOrd="0" destOrd="0" presId="urn:microsoft.com/office/officeart/2005/8/layout/vProcess5"/>
    <dgm:cxn modelId="{588290D1-1B4D-4F9B-94A0-69AF9C5A30C1}" srcId="{BE0A82FE-A68E-43ED-86E4-D9400D8EE631}" destId="{67DAA185-BF67-4CC3-ADD4-19973FB00026}" srcOrd="1" destOrd="0" parTransId="{2D9CAC50-1B4F-42CD-82B0-3ECFE78724DA}" sibTransId="{B26DEF0C-1344-43FF-9D04-E2D9594B6E88}"/>
    <dgm:cxn modelId="{AE39A86B-AE34-4C75-B0E8-543EFCEAE65C}" type="presOf" srcId="{B26DEF0C-1344-43FF-9D04-E2D9594B6E88}" destId="{CF890EF5-A78F-40FC-B23D-46BB0D6FA246}" srcOrd="0" destOrd="0" presId="urn:microsoft.com/office/officeart/2005/8/layout/vProcess5"/>
    <dgm:cxn modelId="{7B8B8C02-C2BB-4D9B-91AA-90E8057C10D2}" type="presOf" srcId="{B1E8781F-0A60-4A43-8A38-D73569349490}" destId="{6014CB66-BC99-4235-ACFA-9D4E976942B9}" srcOrd="1" destOrd="0" presId="urn:microsoft.com/office/officeart/2005/8/layout/vProcess5"/>
    <dgm:cxn modelId="{A8A95345-D000-47A2-AFAB-1CB9239ED2D4}" type="presOf" srcId="{63E0694D-9657-48D2-8C91-D273B275D5F3}" destId="{57A5121B-6218-494B-9F88-2688E633611A}" srcOrd="0" destOrd="0" presId="urn:microsoft.com/office/officeart/2005/8/layout/vProcess5"/>
    <dgm:cxn modelId="{1C0DCEC0-1C59-461A-A9F3-BB6C44504C75}" type="presOf" srcId="{63E0694D-9657-48D2-8C91-D273B275D5F3}" destId="{F150BBA1-3F83-4536-8A3E-DC9863BC26B3}" srcOrd="1" destOrd="0" presId="urn:microsoft.com/office/officeart/2005/8/layout/vProcess5"/>
    <dgm:cxn modelId="{5DE485C4-798B-4B55-B59A-1DF0758375B0}" srcId="{BE0A82FE-A68E-43ED-86E4-D9400D8EE631}" destId="{B1E8781F-0A60-4A43-8A38-D73569349490}" srcOrd="0" destOrd="0" parTransId="{6441A777-8D8C-4301-9D4B-39DCB7E647CE}" sibTransId="{272C7D40-82E2-4310-B116-9B65D7E0750F}"/>
    <dgm:cxn modelId="{74606E95-6FF8-4E28-963D-5AD3589244C2}" type="presOf" srcId="{272C7D40-82E2-4310-B116-9B65D7E0750F}" destId="{09EF0B89-BCB7-4550-97FE-B84820C728A5}" srcOrd="0" destOrd="0" presId="urn:microsoft.com/office/officeart/2005/8/layout/vProcess5"/>
    <dgm:cxn modelId="{72966294-B71A-40EF-A42F-33C91FC31FCF}" type="presOf" srcId="{67DAA185-BF67-4CC3-ADD4-19973FB00026}" destId="{EFF75C13-A5CC-4F8B-8650-46790945D995}" srcOrd="1" destOrd="0" presId="urn:microsoft.com/office/officeart/2005/8/layout/vProcess5"/>
    <dgm:cxn modelId="{C3AEFD40-81EF-4211-A86F-F786005A324B}" srcId="{BE0A82FE-A68E-43ED-86E4-D9400D8EE631}" destId="{63E0694D-9657-48D2-8C91-D273B275D5F3}" srcOrd="2" destOrd="0" parTransId="{3311C949-0E86-4F03-BA4A-135D04E9326A}" sibTransId="{8B2EC051-B921-4F85-9739-48E10D711875}"/>
    <dgm:cxn modelId="{A1CE3112-BEF1-4629-9152-AE1D083C0176}" type="presOf" srcId="{BE0A82FE-A68E-43ED-86E4-D9400D8EE631}" destId="{9BB549B4-3D85-4A01-8E83-2779EAF52A24}" srcOrd="0" destOrd="0" presId="urn:microsoft.com/office/officeart/2005/8/layout/vProcess5"/>
    <dgm:cxn modelId="{E2BEAC2B-A360-4016-944E-6C29901AF042}" type="presOf" srcId="{67DAA185-BF67-4CC3-ADD4-19973FB00026}" destId="{500A177C-B820-4BA2-8844-A9B7179D8C5D}" srcOrd="0" destOrd="0" presId="urn:microsoft.com/office/officeart/2005/8/layout/vProcess5"/>
    <dgm:cxn modelId="{F621FD9A-2EAE-4709-B5CA-8DA00E9351D4}" type="presParOf" srcId="{9BB549B4-3D85-4A01-8E83-2779EAF52A24}" destId="{961DAD1A-1706-4E15-9FA5-E0310B822858}" srcOrd="0" destOrd="0" presId="urn:microsoft.com/office/officeart/2005/8/layout/vProcess5"/>
    <dgm:cxn modelId="{B5044256-BA5C-43FE-8533-CAF266350358}" type="presParOf" srcId="{9BB549B4-3D85-4A01-8E83-2779EAF52A24}" destId="{DBF02EDC-B6A9-4EC6-AC51-4EA9F695D56A}" srcOrd="1" destOrd="0" presId="urn:microsoft.com/office/officeart/2005/8/layout/vProcess5"/>
    <dgm:cxn modelId="{1BEA8899-C038-4E3E-BA37-40E6D857AE41}" type="presParOf" srcId="{9BB549B4-3D85-4A01-8E83-2779EAF52A24}" destId="{500A177C-B820-4BA2-8844-A9B7179D8C5D}" srcOrd="2" destOrd="0" presId="urn:microsoft.com/office/officeart/2005/8/layout/vProcess5"/>
    <dgm:cxn modelId="{BEE768A1-0957-4B78-8E1F-44640A95A1C5}" type="presParOf" srcId="{9BB549B4-3D85-4A01-8E83-2779EAF52A24}" destId="{57A5121B-6218-494B-9F88-2688E633611A}" srcOrd="3" destOrd="0" presId="urn:microsoft.com/office/officeart/2005/8/layout/vProcess5"/>
    <dgm:cxn modelId="{09370329-484D-4359-87E2-75E21830AED9}" type="presParOf" srcId="{9BB549B4-3D85-4A01-8E83-2779EAF52A24}" destId="{09EF0B89-BCB7-4550-97FE-B84820C728A5}" srcOrd="4" destOrd="0" presId="urn:microsoft.com/office/officeart/2005/8/layout/vProcess5"/>
    <dgm:cxn modelId="{E747BA62-CCE3-4343-A395-1714C57897E5}" type="presParOf" srcId="{9BB549B4-3D85-4A01-8E83-2779EAF52A24}" destId="{CF890EF5-A78F-40FC-B23D-46BB0D6FA246}" srcOrd="5" destOrd="0" presId="urn:microsoft.com/office/officeart/2005/8/layout/vProcess5"/>
    <dgm:cxn modelId="{9E943A94-0B1F-4F50-832C-EDA24F02FC62}" type="presParOf" srcId="{9BB549B4-3D85-4A01-8E83-2779EAF52A24}" destId="{6014CB66-BC99-4235-ACFA-9D4E976942B9}" srcOrd="6" destOrd="0" presId="urn:microsoft.com/office/officeart/2005/8/layout/vProcess5"/>
    <dgm:cxn modelId="{36B51C92-F702-43BD-97B1-108CBB398BB5}" type="presParOf" srcId="{9BB549B4-3D85-4A01-8E83-2779EAF52A24}" destId="{EFF75C13-A5CC-4F8B-8650-46790945D995}" srcOrd="7" destOrd="0" presId="urn:microsoft.com/office/officeart/2005/8/layout/vProcess5"/>
    <dgm:cxn modelId="{C3F8B390-0690-485D-AB6B-8F2E7C1DFA68}" type="presParOf" srcId="{9BB549B4-3D85-4A01-8E83-2779EAF52A24}" destId="{F150BBA1-3F83-4536-8A3E-DC9863BC26B3}" srcOrd="8" destOrd="0" presId="urn:microsoft.com/office/officeart/2005/8/layout/vProcess5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E0A82FE-A68E-43ED-86E4-D9400D8EE63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B1E8781F-0A60-4A43-8A38-D73569349490}">
      <dgm:prSet phldrT="[텍스트]"/>
      <dgm:spPr/>
      <dgm:t>
        <a:bodyPr/>
        <a:lstStyle/>
        <a:p>
          <a:pPr latinLnBrk="1"/>
          <a:r>
            <a:rPr lang="ko-KR" altLang="en-US" dirty="0" smtClean="0"/>
            <a:t>모터드라이버 이용</a:t>
          </a:r>
          <a:r>
            <a:rPr lang="en-US" altLang="ko-KR" dirty="0" smtClean="0"/>
            <a:t>. 18V</a:t>
          </a:r>
          <a:r>
            <a:rPr lang="ko-KR" altLang="en-US" dirty="0" smtClean="0"/>
            <a:t>전원을 따로 연결</a:t>
          </a:r>
          <a:endParaRPr lang="ko-KR" altLang="en-US" dirty="0"/>
        </a:p>
      </dgm:t>
    </dgm:pt>
    <dgm:pt modelId="{6441A777-8D8C-4301-9D4B-39DCB7E647CE}" type="parTrans" cxnId="{5DE485C4-798B-4B55-B59A-1DF0758375B0}">
      <dgm:prSet/>
      <dgm:spPr/>
      <dgm:t>
        <a:bodyPr/>
        <a:lstStyle/>
        <a:p>
          <a:pPr latinLnBrk="1"/>
          <a:endParaRPr lang="ko-KR" altLang="en-US"/>
        </a:p>
      </dgm:t>
    </dgm:pt>
    <dgm:pt modelId="{272C7D40-82E2-4310-B116-9B65D7E0750F}" type="sibTrans" cxnId="{5DE485C4-798B-4B55-B59A-1DF0758375B0}">
      <dgm:prSet/>
      <dgm:spPr/>
      <dgm:t>
        <a:bodyPr/>
        <a:lstStyle/>
        <a:p>
          <a:pPr latinLnBrk="1"/>
          <a:endParaRPr lang="ko-KR" altLang="en-US"/>
        </a:p>
      </dgm:t>
    </dgm:pt>
    <dgm:pt modelId="{67DAA185-BF67-4CC3-ADD4-19973FB00026}">
      <dgm:prSet phldrT="[텍스트]"/>
      <dgm:spPr/>
      <dgm:t>
        <a:bodyPr/>
        <a:lstStyle/>
        <a:p>
          <a:pPr latinLnBrk="1"/>
          <a:r>
            <a:rPr lang="ko-KR" altLang="en-US" dirty="0" smtClean="0"/>
            <a:t>발신거리 약 </a:t>
          </a:r>
          <a:r>
            <a:rPr lang="en-US" altLang="ko-KR" dirty="0" smtClean="0"/>
            <a:t>50cm</a:t>
          </a:r>
          <a:r>
            <a:rPr lang="ko-KR" altLang="en-US" dirty="0" smtClean="0"/>
            <a:t>로 증가</a:t>
          </a:r>
          <a:endParaRPr lang="ko-KR" altLang="en-US" dirty="0"/>
        </a:p>
      </dgm:t>
    </dgm:pt>
    <dgm:pt modelId="{2D9CAC50-1B4F-42CD-82B0-3ECFE78724DA}" type="parTrans" cxnId="{588290D1-1B4D-4F9B-94A0-69AF9C5A30C1}">
      <dgm:prSet/>
      <dgm:spPr/>
      <dgm:t>
        <a:bodyPr/>
        <a:lstStyle/>
        <a:p>
          <a:pPr latinLnBrk="1"/>
          <a:endParaRPr lang="ko-KR" altLang="en-US"/>
        </a:p>
      </dgm:t>
    </dgm:pt>
    <dgm:pt modelId="{B26DEF0C-1344-43FF-9D04-E2D9594B6E88}" type="sibTrans" cxnId="{588290D1-1B4D-4F9B-94A0-69AF9C5A30C1}">
      <dgm:prSet/>
      <dgm:spPr/>
      <dgm:t>
        <a:bodyPr/>
        <a:lstStyle/>
        <a:p>
          <a:pPr latinLnBrk="1"/>
          <a:endParaRPr lang="ko-KR" altLang="en-US"/>
        </a:p>
      </dgm:t>
    </dgm:pt>
    <dgm:pt modelId="{63E0694D-9657-48D2-8C91-D273B275D5F3}">
      <dgm:prSet phldrT="[텍스트]"/>
      <dgm:spPr/>
      <dgm:t>
        <a:bodyPr/>
        <a:lstStyle/>
        <a:p>
          <a:pPr latinLnBrk="1"/>
          <a:r>
            <a:rPr lang="ko-KR" altLang="en-US" dirty="0" smtClean="0"/>
            <a:t>발신부 완성</a:t>
          </a:r>
          <a:r>
            <a:rPr lang="en-US" altLang="ko-KR" dirty="0" smtClean="0"/>
            <a:t>!</a:t>
          </a:r>
          <a:endParaRPr lang="ko-KR" altLang="en-US" dirty="0"/>
        </a:p>
      </dgm:t>
    </dgm:pt>
    <dgm:pt modelId="{3311C949-0E86-4F03-BA4A-135D04E9326A}" type="parTrans" cxnId="{C3AEFD40-81EF-4211-A86F-F786005A324B}">
      <dgm:prSet/>
      <dgm:spPr/>
      <dgm:t>
        <a:bodyPr/>
        <a:lstStyle/>
        <a:p>
          <a:pPr latinLnBrk="1"/>
          <a:endParaRPr lang="ko-KR" altLang="en-US"/>
        </a:p>
      </dgm:t>
    </dgm:pt>
    <dgm:pt modelId="{8B2EC051-B921-4F85-9739-48E10D711875}" type="sibTrans" cxnId="{C3AEFD40-81EF-4211-A86F-F786005A324B}">
      <dgm:prSet/>
      <dgm:spPr/>
      <dgm:t>
        <a:bodyPr/>
        <a:lstStyle/>
        <a:p>
          <a:pPr latinLnBrk="1"/>
          <a:endParaRPr lang="ko-KR" altLang="en-US"/>
        </a:p>
      </dgm:t>
    </dgm:pt>
    <dgm:pt modelId="{9BB549B4-3D85-4A01-8E83-2779EAF52A24}" type="pres">
      <dgm:prSet presAssocID="{BE0A82FE-A68E-43ED-86E4-D9400D8EE631}" presName="outerComposite" presStyleCnt="0">
        <dgm:presLayoutVars>
          <dgm:chMax val="5"/>
          <dgm:dir/>
          <dgm:resizeHandles val="exact"/>
        </dgm:presLayoutVars>
      </dgm:prSet>
      <dgm:spPr/>
    </dgm:pt>
    <dgm:pt modelId="{961DAD1A-1706-4E15-9FA5-E0310B822858}" type="pres">
      <dgm:prSet presAssocID="{BE0A82FE-A68E-43ED-86E4-D9400D8EE631}" presName="dummyMaxCanvas" presStyleCnt="0">
        <dgm:presLayoutVars/>
      </dgm:prSet>
      <dgm:spPr/>
    </dgm:pt>
    <dgm:pt modelId="{DBF02EDC-B6A9-4EC6-AC51-4EA9F695D56A}" type="pres">
      <dgm:prSet presAssocID="{BE0A82FE-A68E-43ED-86E4-D9400D8EE631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00A177C-B820-4BA2-8844-A9B7179D8C5D}" type="pres">
      <dgm:prSet presAssocID="{BE0A82FE-A68E-43ED-86E4-D9400D8EE631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7A5121B-6218-494B-9F88-2688E633611A}" type="pres">
      <dgm:prSet presAssocID="{BE0A82FE-A68E-43ED-86E4-D9400D8EE631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9EF0B89-BCB7-4550-97FE-B84820C728A5}" type="pres">
      <dgm:prSet presAssocID="{BE0A82FE-A68E-43ED-86E4-D9400D8EE631}" presName="ThreeConn_1-2" presStyleLbl="fgAccFollowNode1" presStyleIdx="0" presStyleCnt="2">
        <dgm:presLayoutVars>
          <dgm:bulletEnabled val="1"/>
        </dgm:presLayoutVars>
      </dgm:prSet>
      <dgm:spPr/>
    </dgm:pt>
    <dgm:pt modelId="{CF890EF5-A78F-40FC-B23D-46BB0D6FA246}" type="pres">
      <dgm:prSet presAssocID="{BE0A82FE-A68E-43ED-86E4-D9400D8EE631}" presName="ThreeConn_2-3" presStyleLbl="fgAccFollowNode1" presStyleIdx="1" presStyleCnt="2">
        <dgm:presLayoutVars>
          <dgm:bulletEnabled val="1"/>
        </dgm:presLayoutVars>
      </dgm:prSet>
      <dgm:spPr/>
    </dgm:pt>
    <dgm:pt modelId="{6014CB66-BC99-4235-ACFA-9D4E976942B9}" type="pres">
      <dgm:prSet presAssocID="{BE0A82FE-A68E-43ED-86E4-D9400D8EE631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FF75C13-A5CC-4F8B-8650-46790945D995}" type="pres">
      <dgm:prSet presAssocID="{BE0A82FE-A68E-43ED-86E4-D9400D8EE631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150BBA1-3F83-4536-8A3E-DC9863BC26B3}" type="pres">
      <dgm:prSet presAssocID="{BE0A82FE-A68E-43ED-86E4-D9400D8EE631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588290D1-1B4D-4F9B-94A0-69AF9C5A30C1}" srcId="{BE0A82FE-A68E-43ED-86E4-D9400D8EE631}" destId="{67DAA185-BF67-4CC3-ADD4-19973FB00026}" srcOrd="1" destOrd="0" parTransId="{2D9CAC50-1B4F-42CD-82B0-3ECFE78724DA}" sibTransId="{B26DEF0C-1344-43FF-9D04-E2D9594B6E88}"/>
    <dgm:cxn modelId="{6504220E-69E7-470E-969D-E7F8573D99DF}" type="presOf" srcId="{B1E8781F-0A60-4A43-8A38-D73569349490}" destId="{DBF02EDC-B6A9-4EC6-AC51-4EA9F695D56A}" srcOrd="0" destOrd="0" presId="urn:microsoft.com/office/officeart/2005/8/layout/vProcess5"/>
    <dgm:cxn modelId="{5589C41D-E3FA-4BFF-A9DD-B2947B301E29}" type="presOf" srcId="{BE0A82FE-A68E-43ED-86E4-D9400D8EE631}" destId="{9BB549B4-3D85-4A01-8E83-2779EAF52A24}" srcOrd="0" destOrd="0" presId="urn:microsoft.com/office/officeart/2005/8/layout/vProcess5"/>
    <dgm:cxn modelId="{5DE485C4-798B-4B55-B59A-1DF0758375B0}" srcId="{BE0A82FE-A68E-43ED-86E4-D9400D8EE631}" destId="{B1E8781F-0A60-4A43-8A38-D73569349490}" srcOrd="0" destOrd="0" parTransId="{6441A777-8D8C-4301-9D4B-39DCB7E647CE}" sibTransId="{272C7D40-82E2-4310-B116-9B65D7E0750F}"/>
    <dgm:cxn modelId="{A989C131-1AC2-474E-85C6-2C80E11C5B7A}" type="presOf" srcId="{63E0694D-9657-48D2-8C91-D273B275D5F3}" destId="{57A5121B-6218-494B-9F88-2688E633611A}" srcOrd="0" destOrd="0" presId="urn:microsoft.com/office/officeart/2005/8/layout/vProcess5"/>
    <dgm:cxn modelId="{4DC2337B-2246-407F-9CCD-A867D23BDCEA}" type="presOf" srcId="{63E0694D-9657-48D2-8C91-D273B275D5F3}" destId="{F150BBA1-3F83-4536-8A3E-DC9863BC26B3}" srcOrd="1" destOrd="0" presId="urn:microsoft.com/office/officeart/2005/8/layout/vProcess5"/>
    <dgm:cxn modelId="{5020C253-62D3-4428-AFEF-B4186611A8B5}" type="presOf" srcId="{272C7D40-82E2-4310-B116-9B65D7E0750F}" destId="{09EF0B89-BCB7-4550-97FE-B84820C728A5}" srcOrd="0" destOrd="0" presId="urn:microsoft.com/office/officeart/2005/8/layout/vProcess5"/>
    <dgm:cxn modelId="{9FFA8B85-545C-450D-99BA-F79A3004797C}" type="presOf" srcId="{B26DEF0C-1344-43FF-9D04-E2D9594B6E88}" destId="{CF890EF5-A78F-40FC-B23D-46BB0D6FA246}" srcOrd="0" destOrd="0" presId="urn:microsoft.com/office/officeart/2005/8/layout/vProcess5"/>
    <dgm:cxn modelId="{C3AEFD40-81EF-4211-A86F-F786005A324B}" srcId="{BE0A82FE-A68E-43ED-86E4-D9400D8EE631}" destId="{63E0694D-9657-48D2-8C91-D273B275D5F3}" srcOrd="2" destOrd="0" parTransId="{3311C949-0E86-4F03-BA4A-135D04E9326A}" sibTransId="{8B2EC051-B921-4F85-9739-48E10D711875}"/>
    <dgm:cxn modelId="{B34CD13D-6FED-4482-9AFD-80C25F247B25}" type="presOf" srcId="{B1E8781F-0A60-4A43-8A38-D73569349490}" destId="{6014CB66-BC99-4235-ACFA-9D4E976942B9}" srcOrd="1" destOrd="0" presId="urn:microsoft.com/office/officeart/2005/8/layout/vProcess5"/>
    <dgm:cxn modelId="{0E20FF98-EB7F-4D25-8D48-176390AA8DD3}" type="presOf" srcId="{67DAA185-BF67-4CC3-ADD4-19973FB00026}" destId="{EFF75C13-A5CC-4F8B-8650-46790945D995}" srcOrd="1" destOrd="0" presId="urn:microsoft.com/office/officeart/2005/8/layout/vProcess5"/>
    <dgm:cxn modelId="{D463A3B8-1D46-4445-8FFE-6132DB8CB77F}" type="presOf" srcId="{67DAA185-BF67-4CC3-ADD4-19973FB00026}" destId="{500A177C-B820-4BA2-8844-A9B7179D8C5D}" srcOrd="0" destOrd="0" presId="urn:microsoft.com/office/officeart/2005/8/layout/vProcess5"/>
    <dgm:cxn modelId="{9B669FA5-10B5-4F75-8E8D-67F56F72D99B}" type="presParOf" srcId="{9BB549B4-3D85-4A01-8E83-2779EAF52A24}" destId="{961DAD1A-1706-4E15-9FA5-E0310B822858}" srcOrd="0" destOrd="0" presId="urn:microsoft.com/office/officeart/2005/8/layout/vProcess5"/>
    <dgm:cxn modelId="{BC0BFBDF-5C53-48BE-91F6-750695B82F08}" type="presParOf" srcId="{9BB549B4-3D85-4A01-8E83-2779EAF52A24}" destId="{DBF02EDC-B6A9-4EC6-AC51-4EA9F695D56A}" srcOrd="1" destOrd="0" presId="urn:microsoft.com/office/officeart/2005/8/layout/vProcess5"/>
    <dgm:cxn modelId="{EA39E904-538A-496C-A1EB-75B9AE221332}" type="presParOf" srcId="{9BB549B4-3D85-4A01-8E83-2779EAF52A24}" destId="{500A177C-B820-4BA2-8844-A9B7179D8C5D}" srcOrd="2" destOrd="0" presId="urn:microsoft.com/office/officeart/2005/8/layout/vProcess5"/>
    <dgm:cxn modelId="{433602E7-9BA5-4996-9AB3-DA8C31C1D251}" type="presParOf" srcId="{9BB549B4-3D85-4A01-8E83-2779EAF52A24}" destId="{57A5121B-6218-494B-9F88-2688E633611A}" srcOrd="3" destOrd="0" presId="urn:microsoft.com/office/officeart/2005/8/layout/vProcess5"/>
    <dgm:cxn modelId="{05C9A6B7-DB9C-4D7C-AE7D-9A80F8BFC2DA}" type="presParOf" srcId="{9BB549B4-3D85-4A01-8E83-2779EAF52A24}" destId="{09EF0B89-BCB7-4550-97FE-B84820C728A5}" srcOrd="4" destOrd="0" presId="urn:microsoft.com/office/officeart/2005/8/layout/vProcess5"/>
    <dgm:cxn modelId="{EAB41D26-5339-4B61-8C7F-269729A61486}" type="presParOf" srcId="{9BB549B4-3D85-4A01-8E83-2779EAF52A24}" destId="{CF890EF5-A78F-40FC-B23D-46BB0D6FA246}" srcOrd="5" destOrd="0" presId="urn:microsoft.com/office/officeart/2005/8/layout/vProcess5"/>
    <dgm:cxn modelId="{E108B0A3-9F3C-40A3-BBFC-1CD2A489E8BF}" type="presParOf" srcId="{9BB549B4-3D85-4A01-8E83-2779EAF52A24}" destId="{6014CB66-BC99-4235-ACFA-9D4E976942B9}" srcOrd="6" destOrd="0" presId="urn:microsoft.com/office/officeart/2005/8/layout/vProcess5"/>
    <dgm:cxn modelId="{F0BA4C49-CF27-4E96-A325-B78A88658EAC}" type="presParOf" srcId="{9BB549B4-3D85-4A01-8E83-2779EAF52A24}" destId="{EFF75C13-A5CC-4F8B-8650-46790945D995}" srcOrd="7" destOrd="0" presId="urn:microsoft.com/office/officeart/2005/8/layout/vProcess5"/>
    <dgm:cxn modelId="{542A25E3-4592-4333-9190-A40DB8A4E62E}" type="presParOf" srcId="{9BB549B4-3D85-4A01-8E83-2779EAF52A24}" destId="{F150BBA1-3F83-4536-8A3E-DC9863BC26B3}" srcOrd="8" destOrd="0" presId="urn:microsoft.com/office/officeart/2005/8/layout/vProcess5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C4ED5EA-C5B2-49AB-BEC9-69411FC81473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33C6E77-2E1A-4E7E-85A7-C5C5151DB9EB}">
      <dgm:prSet phldrT="[텍스트]"/>
      <dgm:spPr/>
      <dgm:t>
        <a:bodyPr/>
        <a:lstStyle/>
        <a:p>
          <a:pPr latinLnBrk="1"/>
          <a:r>
            <a:rPr lang="en-US" altLang="ko-KR" dirty="0" smtClean="0"/>
            <a:t>ATMEGA8535 </a:t>
          </a:r>
          <a:r>
            <a:rPr lang="ko-KR" altLang="en-US" dirty="0" smtClean="0"/>
            <a:t>기본회로 제작</a:t>
          </a:r>
          <a:endParaRPr lang="ko-KR" altLang="en-US" dirty="0"/>
        </a:p>
      </dgm:t>
    </dgm:pt>
    <dgm:pt modelId="{086ED7E2-766D-4236-AF6C-82445B206B20}" type="parTrans" cxnId="{B98B1F99-FCE4-4162-A414-412DC79F88CB}">
      <dgm:prSet/>
      <dgm:spPr/>
      <dgm:t>
        <a:bodyPr/>
        <a:lstStyle/>
        <a:p>
          <a:pPr latinLnBrk="1"/>
          <a:endParaRPr lang="ko-KR" altLang="en-US"/>
        </a:p>
      </dgm:t>
    </dgm:pt>
    <dgm:pt modelId="{4F8575F6-21D3-4C5C-B345-5B0BF745D740}" type="sibTrans" cxnId="{B98B1F99-FCE4-4162-A414-412DC79F88CB}">
      <dgm:prSet/>
      <dgm:spPr/>
      <dgm:t>
        <a:bodyPr/>
        <a:lstStyle/>
        <a:p>
          <a:pPr latinLnBrk="1"/>
          <a:endParaRPr lang="ko-KR" altLang="en-US"/>
        </a:p>
      </dgm:t>
    </dgm:pt>
    <dgm:pt modelId="{2283891F-F5EA-44CD-84D2-7FA8FA2D1054}">
      <dgm:prSet phldrT="[텍스트]"/>
      <dgm:spPr/>
      <dgm:t>
        <a:bodyPr/>
        <a:lstStyle/>
        <a:p>
          <a:pPr latinLnBrk="1"/>
          <a:r>
            <a:rPr lang="ko-KR" altLang="en-US" dirty="0" smtClean="0"/>
            <a:t>모터드라이버를 포함한 모터 </a:t>
          </a:r>
          <a:r>
            <a:rPr lang="ko-KR" altLang="en-US" dirty="0" err="1" smtClean="0"/>
            <a:t>구동부</a:t>
          </a:r>
          <a:r>
            <a:rPr lang="ko-KR" altLang="en-US" dirty="0" smtClean="0"/>
            <a:t> 설치</a:t>
          </a:r>
          <a:endParaRPr lang="ko-KR" altLang="en-US" dirty="0"/>
        </a:p>
      </dgm:t>
    </dgm:pt>
    <dgm:pt modelId="{7A0E4BF5-81B5-461F-BC9B-4E678BFFBF0D}" type="parTrans" cxnId="{0082BA22-BA4B-4092-B5A1-610B0D8B5F95}">
      <dgm:prSet/>
      <dgm:spPr/>
      <dgm:t>
        <a:bodyPr/>
        <a:lstStyle/>
        <a:p>
          <a:pPr latinLnBrk="1"/>
          <a:endParaRPr lang="ko-KR" altLang="en-US"/>
        </a:p>
      </dgm:t>
    </dgm:pt>
    <dgm:pt modelId="{B986AF48-F2C5-43D3-AA5D-F8A20B8581BE}" type="sibTrans" cxnId="{0082BA22-BA4B-4092-B5A1-610B0D8B5F95}">
      <dgm:prSet/>
      <dgm:spPr/>
      <dgm:t>
        <a:bodyPr/>
        <a:lstStyle/>
        <a:p>
          <a:pPr latinLnBrk="1"/>
          <a:endParaRPr lang="ko-KR" altLang="en-US"/>
        </a:p>
      </dgm:t>
    </dgm:pt>
    <dgm:pt modelId="{ABF74883-11EB-4482-83F7-F42CDB46A2F0}">
      <dgm:prSet phldrT="[텍스트]"/>
      <dgm:spPr/>
      <dgm:t>
        <a:bodyPr/>
        <a:lstStyle/>
        <a:p>
          <a:pPr latinLnBrk="1"/>
          <a:r>
            <a:rPr lang="ko-KR" altLang="en-US" dirty="0" smtClean="0"/>
            <a:t>수신부 </a:t>
          </a:r>
          <a:r>
            <a:rPr lang="en-US" altLang="ko-KR" dirty="0" smtClean="0"/>
            <a:t>2</a:t>
          </a:r>
          <a:r>
            <a:rPr lang="ko-KR" altLang="en-US" dirty="0" smtClean="0"/>
            <a:t>개 </a:t>
          </a:r>
          <a:r>
            <a:rPr lang="ko-KR" altLang="en-US" dirty="0" err="1" smtClean="0"/>
            <a:t>입력부</a:t>
          </a:r>
          <a:r>
            <a:rPr lang="ko-KR" altLang="en-US" dirty="0" smtClean="0"/>
            <a:t> 설치</a:t>
          </a:r>
          <a:endParaRPr lang="ko-KR" altLang="en-US" dirty="0"/>
        </a:p>
      </dgm:t>
    </dgm:pt>
    <dgm:pt modelId="{434AC4D2-D39D-4FC9-A1F3-755947DFFFDA}" type="parTrans" cxnId="{69BE7409-6F33-47CC-B396-F1EEB48D8D97}">
      <dgm:prSet/>
      <dgm:spPr/>
      <dgm:t>
        <a:bodyPr/>
        <a:lstStyle/>
        <a:p>
          <a:pPr latinLnBrk="1"/>
          <a:endParaRPr lang="ko-KR" altLang="en-US"/>
        </a:p>
      </dgm:t>
    </dgm:pt>
    <dgm:pt modelId="{483978BE-CEB6-4DDE-A3AF-E0E3A6B8E1BA}" type="sibTrans" cxnId="{69BE7409-6F33-47CC-B396-F1EEB48D8D97}">
      <dgm:prSet/>
      <dgm:spPr/>
      <dgm:t>
        <a:bodyPr/>
        <a:lstStyle/>
        <a:p>
          <a:pPr latinLnBrk="1"/>
          <a:endParaRPr lang="ko-KR" altLang="en-US"/>
        </a:p>
      </dgm:t>
    </dgm:pt>
    <dgm:pt modelId="{4E86E371-0902-4A7C-97EA-133099DC035A}" type="pres">
      <dgm:prSet presAssocID="{2C4ED5EA-C5B2-49AB-BEC9-69411FC81473}" presName="outerComposite" presStyleCnt="0">
        <dgm:presLayoutVars>
          <dgm:chMax val="5"/>
          <dgm:dir/>
          <dgm:resizeHandles val="exact"/>
        </dgm:presLayoutVars>
      </dgm:prSet>
      <dgm:spPr/>
    </dgm:pt>
    <dgm:pt modelId="{64E7D93C-2C89-472C-8048-02FAC33652CF}" type="pres">
      <dgm:prSet presAssocID="{2C4ED5EA-C5B2-49AB-BEC9-69411FC81473}" presName="dummyMaxCanvas" presStyleCnt="0">
        <dgm:presLayoutVars/>
      </dgm:prSet>
      <dgm:spPr/>
    </dgm:pt>
    <dgm:pt modelId="{E2440F74-E292-4C89-BEC7-1F0C660187E6}" type="pres">
      <dgm:prSet presAssocID="{2C4ED5EA-C5B2-49AB-BEC9-69411FC81473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8259E41-B622-40FD-A8C6-519ABE2B3489}" type="pres">
      <dgm:prSet presAssocID="{2C4ED5EA-C5B2-49AB-BEC9-69411FC81473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ED9E920-53A4-420E-BE4D-EDA08485C018}" type="pres">
      <dgm:prSet presAssocID="{2C4ED5EA-C5B2-49AB-BEC9-69411FC81473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9191369-6638-44A4-993D-BA31384DAE02}" type="pres">
      <dgm:prSet presAssocID="{2C4ED5EA-C5B2-49AB-BEC9-69411FC81473}" presName="ThreeConn_1-2" presStyleLbl="fgAccFollowNode1" presStyleIdx="0" presStyleCnt="2">
        <dgm:presLayoutVars>
          <dgm:bulletEnabled val="1"/>
        </dgm:presLayoutVars>
      </dgm:prSet>
      <dgm:spPr/>
    </dgm:pt>
    <dgm:pt modelId="{0572D7B9-CD9A-4389-980C-CA0F18F11E7D}" type="pres">
      <dgm:prSet presAssocID="{2C4ED5EA-C5B2-49AB-BEC9-69411FC81473}" presName="ThreeConn_2-3" presStyleLbl="fgAccFollowNode1" presStyleIdx="1" presStyleCnt="2">
        <dgm:presLayoutVars>
          <dgm:bulletEnabled val="1"/>
        </dgm:presLayoutVars>
      </dgm:prSet>
      <dgm:spPr/>
    </dgm:pt>
    <dgm:pt modelId="{7EAA732B-EF57-4BF7-B2FE-8445BACB0686}" type="pres">
      <dgm:prSet presAssocID="{2C4ED5EA-C5B2-49AB-BEC9-69411FC81473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E0B79E3-0CD4-476C-BB1E-54CD77560B71}" type="pres">
      <dgm:prSet presAssocID="{2C4ED5EA-C5B2-49AB-BEC9-69411FC81473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5B08534-FB37-4EE0-AA1A-471AEA74E80B}" type="pres">
      <dgm:prSet presAssocID="{2C4ED5EA-C5B2-49AB-BEC9-69411FC81473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69BE7409-6F33-47CC-B396-F1EEB48D8D97}" srcId="{2C4ED5EA-C5B2-49AB-BEC9-69411FC81473}" destId="{ABF74883-11EB-4482-83F7-F42CDB46A2F0}" srcOrd="2" destOrd="0" parTransId="{434AC4D2-D39D-4FC9-A1F3-755947DFFFDA}" sibTransId="{483978BE-CEB6-4DDE-A3AF-E0E3A6B8E1BA}"/>
    <dgm:cxn modelId="{D9E1A7DD-8EC5-4A3A-A0C7-5054AC63E56C}" type="presOf" srcId="{2283891F-F5EA-44CD-84D2-7FA8FA2D1054}" destId="{FE0B79E3-0CD4-476C-BB1E-54CD77560B71}" srcOrd="1" destOrd="0" presId="urn:microsoft.com/office/officeart/2005/8/layout/vProcess5"/>
    <dgm:cxn modelId="{B98B1F99-FCE4-4162-A414-412DC79F88CB}" srcId="{2C4ED5EA-C5B2-49AB-BEC9-69411FC81473}" destId="{E33C6E77-2E1A-4E7E-85A7-C5C5151DB9EB}" srcOrd="0" destOrd="0" parTransId="{086ED7E2-766D-4236-AF6C-82445B206B20}" sibTransId="{4F8575F6-21D3-4C5C-B345-5B0BF745D740}"/>
    <dgm:cxn modelId="{94D5C49A-598D-45DF-AAAF-18A26437C438}" type="presOf" srcId="{ABF74883-11EB-4482-83F7-F42CDB46A2F0}" destId="{5ED9E920-53A4-420E-BE4D-EDA08485C018}" srcOrd="0" destOrd="0" presId="urn:microsoft.com/office/officeart/2005/8/layout/vProcess5"/>
    <dgm:cxn modelId="{671BDF6E-78BB-41E6-AF39-CE0F8D9CACFF}" type="presOf" srcId="{B986AF48-F2C5-43D3-AA5D-F8A20B8581BE}" destId="{0572D7B9-CD9A-4389-980C-CA0F18F11E7D}" srcOrd="0" destOrd="0" presId="urn:microsoft.com/office/officeart/2005/8/layout/vProcess5"/>
    <dgm:cxn modelId="{BE84359D-0258-43B8-A6DF-B1168CE48795}" type="presOf" srcId="{2283891F-F5EA-44CD-84D2-7FA8FA2D1054}" destId="{88259E41-B622-40FD-A8C6-519ABE2B3489}" srcOrd="0" destOrd="0" presId="urn:microsoft.com/office/officeart/2005/8/layout/vProcess5"/>
    <dgm:cxn modelId="{140D8651-30C3-40B7-8EB6-6C3C668BE7A7}" type="presOf" srcId="{ABF74883-11EB-4482-83F7-F42CDB46A2F0}" destId="{D5B08534-FB37-4EE0-AA1A-471AEA74E80B}" srcOrd="1" destOrd="0" presId="urn:microsoft.com/office/officeart/2005/8/layout/vProcess5"/>
    <dgm:cxn modelId="{0082BA22-BA4B-4092-B5A1-610B0D8B5F95}" srcId="{2C4ED5EA-C5B2-49AB-BEC9-69411FC81473}" destId="{2283891F-F5EA-44CD-84D2-7FA8FA2D1054}" srcOrd="1" destOrd="0" parTransId="{7A0E4BF5-81B5-461F-BC9B-4E678BFFBF0D}" sibTransId="{B986AF48-F2C5-43D3-AA5D-F8A20B8581BE}"/>
    <dgm:cxn modelId="{2DFA293E-A1FC-4E16-A247-78FDD9DEB191}" type="presOf" srcId="{E33C6E77-2E1A-4E7E-85A7-C5C5151DB9EB}" destId="{E2440F74-E292-4C89-BEC7-1F0C660187E6}" srcOrd="0" destOrd="0" presId="urn:microsoft.com/office/officeart/2005/8/layout/vProcess5"/>
    <dgm:cxn modelId="{14233BA0-D223-4A5C-A9E1-443CA2583891}" type="presOf" srcId="{4F8575F6-21D3-4C5C-B345-5B0BF745D740}" destId="{D9191369-6638-44A4-993D-BA31384DAE02}" srcOrd="0" destOrd="0" presId="urn:microsoft.com/office/officeart/2005/8/layout/vProcess5"/>
    <dgm:cxn modelId="{CD3D8FF6-315D-41AF-94F6-45BDA22B5729}" type="presOf" srcId="{2C4ED5EA-C5B2-49AB-BEC9-69411FC81473}" destId="{4E86E371-0902-4A7C-97EA-133099DC035A}" srcOrd="0" destOrd="0" presId="urn:microsoft.com/office/officeart/2005/8/layout/vProcess5"/>
    <dgm:cxn modelId="{F4CAB1D6-3F80-4D82-92E4-C37D3BC47F7D}" type="presOf" srcId="{E33C6E77-2E1A-4E7E-85A7-C5C5151DB9EB}" destId="{7EAA732B-EF57-4BF7-B2FE-8445BACB0686}" srcOrd="1" destOrd="0" presId="urn:microsoft.com/office/officeart/2005/8/layout/vProcess5"/>
    <dgm:cxn modelId="{87EE1259-8C97-4771-96DD-11D67FAAB1E5}" type="presParOf" srcId="{4E86E371-0902-4A7C-97EA-133099DC035A}" destId="{64E7D93C-2C89-472C-8048-02FAC33652CF}" srcOrd="0" destOrd="0" presId="urn:microsoft.com/office/officeart/2005/8/layout/vProcess5"/>
    <dgm:cxn modelId="{D3EA2BE6-5558-43CF-ABE8-D553932DDAD0}" type="presParOf" srcId="{4E86E371-0902-4A7C-97EA-133099DC035A}" destId="{E2440F74-E292-4C89-BEC7-1F0C660187E6}" srcOrd="1" destOrd="0" presId="urn:microsoft.com/office/officeart/2005/8/layout/vProcess5"/>
    <dgm:cxn modelId="{9F58004C-A93E-4466-B264-A2721D164DBF}" type="presParOf" srcId="{4E86E371-0902-4A7C-97EA-133099DC035A}" destId="{88259E41-B622-40FD-A8C6-519ABE2B3489}" srcOrd="2" destOrd="0" presId="urn:microsoft.com/office/officeart/2005/8/layout/vProcess5"/>
    <dgm:cxn modelId="{20B321B6-A633-4404-899D-0ECF7B7A32EE}" type="presParOf" srcId="{4E86E371-0902-4A7C-97EA-133099DC035A}" destId="{5ED9E920-53A4-420E-BE4D-EDA08485C018}" srcOrd="3" destOrd="0" presId="urn:microsoft.com/office/officeart/2005/8/layout/vProcess5"/>
    <dgm:cxn modelId="{BB78AD06-991A-409E-A1E8-493AD953237D}" type="presParOf" srcId="{4E86E371-0902-4A7C-97EA-133099DC035A}" destId="{D9191369-6638-44A4-993D-BA31384DAE02}" srcOrd="4" destOrd="0" presId="urn:microsoft.com/office/officeart/2005/8/layout/vProcess5"/>
    <dgm:cxn modelId="{54C9A764-3B26-488E-863F-7D146C86883E}" type="presParOf" srcId="{4E86E371-0902-4A7C-97EA-133099DC035A}" destId="{0572D7B9-CD9A-4389-980C-CA0F18F11E7D}" srcOrd="5" destOrd="0" presId="urn:microsoft.com/office/officeart/2005/8/layout/vProcess5"/>
    <dgm:cxn modelId="{A89B7BB4-EB9B-44A3-BAE7-B52E7DF9F67A}" type="presParOf" srcId="{4E86E371-0902-4A7C-97EA-133099DC035A}" destId="{7EAA732B-EF57-4BF7-B2FE-8445BACB0686}" srcOrd="6" destOrd="0" presId="urn:microsoft.com/office/officeart/2005/8/layout/vProcess5"/>
    <dgm:cxn modelId="{AA12E20F-A0DC-4E8A-810C-6F7098FEC108}" type="presParOf" srcId="{4E86E371-0902-4A7C-97EA-133099DC035A}" destId="{FE0B79E3-0CD4-476C-BB1E-54CD77560B71}" srcOrd="7" destOrd="0" presId="urn:microsoft.com/office/officeart/2005/8/layout/vProcess5"/>
    <dgm:cxn modelId="{FABDB49D-44B9-426C-AF56-E7A007091778}" type="presParOf" srcId="{4E86E371-0902-4A7C-97EA-133099DC035A}" destId="{D5B08534-FB37-4EE0-AA1A-471AEA74E80B}" srcOrd="8" destOrd="0" presId="urn:microsoft.com/office/officeart/2005/8/layout/vProcess5"/>
  </dgm:cxnLst>
  <dgm:bg/>
  <dgm:whole/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C4ED5EA-C5B2-49AB-BEC9-69411FC81473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33C6E77-2E1A-4E7E-85A7-C5C5151DB9EB}">
      <dgm:prSet phldrT="[텍스트]"/>
      <dgm:spPr/>
      <dgm:t>
        <a:bodyPr/>
        <a:lstStyle/>
        <a:p>
          <a:pPr latinLnBrk="1"/>
          <a:r>
            <a:rPr lang="ko-KR" altLang="en-US" dirty="0" smtClean="0"/>
            <a:t>단순히 </a:t>
          </a:r>
          <a:r>
            <a:rPr lang="ko-KR" altLang="en-US" dirty="0" err="1" smtClean="0"/>
            <a:t>센서부</a:t>
          </a:r>
          <a:r>
            <a:rPr lang="ko-KR" altLang="en-US" dirty="0" smtClean="0"/>
            <a:t> </a:t>
          </a:r>
          <a:r>
            <a:rPr lang="ko-KR" altLang="en-US" dirty="0" err="1" smtClean="0"/>
            <a:t>입력시</a:t>
          </a:r>
          <a:r>
            <a:rPr lang="ko-KR" altLang="en-US" dirty="0" smtClean="0"/>
            <a:t> 모터 출력하는 소스</a:t>
          </a:r>
          <a:endParaRPr lang="ko-KR" altLang="en-US" dirty="0"/>
        </a:p>
      </dgm:t>
    </dgm:pt>
    <dgm:pt modelId="{086ED7E2-766D-4236-AF6C-82445B206B20}" type="parTrans" cxnId="{B98B1F99-FCE4-4162-A414-412DC79F88CB}">
      <dgm:prSet/>
      <dgm:spPr/>
      <dgm:t>
        <a:bodyPr/>
        <a:lstStyle/>
        <a:p>
          <a:pPr latinLnBrk="1"/>
          <a:endParaRPr lang="ko-KR" altLang="en-US"/>
        </a:p>
      </dgm:t>
    </dgm:pt>
    <dgm:pt modelId="{4F8575F6-21D3-4C5C-B345-5B0BF745D740}" type="sibTrans" cxnId="{B98B1F99-FCE4-4162-A414-412DC79F88CB}">
      <dgm:prSet/>
      <dgm:spPr/>
      <dgm:t>
        <a:bodyPr/>
        <a:lstStyle/>
        <a:p>
          <a:pPr latinLnBrk="1"/>
          <a:endParaRPr lang="ko-KR" altLang="en-US"/>
        </a:p>
      </dgm:t>
    </dgm:pt>
    <dgm:pt modelId="{2283891F-F5EA-44CD-84D2-7FA8FA2D1054}">
      <dgm:prSet phldrT="[텍스트]"/>
      <dgm:spPr/>
      <dgm:t>
        <a:bodyPr/>
        <a:lstStyle/>
        <a:p>
          <a:pPr latinLnBrk="1"/>
          <a:r>
            <a:rPr lang="ko-KR" altLang="en-US" dirty="0" smtClean="0"/>
            <a:t>짧은 </a:t>
          </a:r>
          <a:r>
            <a:rPr lang="en-US" altLang="ko-KR" dirty="0" smtClean="0"/>
            <a:t>PWM</a:t>
          </a:r>
          <a:r>
            <a:rPr lang="ko-KR" altLang="en-US" dirty="0" smtClean="0"/>
            <a:t>생성</a:t>
          </a:r>
          <a:r>
            <a:rPr lang="en-US" altLang="ko-KR" dirty="0" smtClean="0"/>
            <a:t>,</a:t>
          </a:r>
          <a:r>
            <a:rPr lang="ko-KR" altLang="en-US" dirty="0" smtClean="0"/>
            <a:t> 모터 작동 </a:t>
          </a:r>
          <a:r>
            <a:rPr lang="en-US" altLang="ko-KR" dirty="0" smtClean="0"/>
            <a:t>X</a:t>
          </a:r>
          <a:endParaRPr lang="ko-KR" altLang="en-US" dirty="0"/>
        </a:p>
      </dgm:t>
    </dgm:pt>
    <dgm:pt modelId="{7A0E4BF5-81B5-461F-BC9B-4E678BFFBF0D}" type="parTrans" cxnId="{0082BA22-BA4B-4092-B5A1-610B0D8B5F95}">
      <dgm:prSet/>
      <dgm:spPr/>
      <dgm:t>
        <a:bodyPr/>
        <a:lstStyle/>
        <a:p>
          <a:pPr latinLnBrk="1"/>
          <a:endParaRPr lang="ko-KR" altLang="en-US"/>
        </a:p>
      </dgm:t>
    </dgm:pt>
    <dgm:pt modelId="{B986AF48-F2C5-43D3-AA5D-F8A20B8581BE}" type="sibTrans" cxnId="{0082BA22-BA4B-4092-B5A1-610B0D8B5F95}">
      <dgm:prSet/>
      <dgm:spPr/>
      <dgm:t>
        <a:bodyPr/>
        <a:lstStyle/>
        <a:p>
          <a:pPr latinLnBrk="1"/>
          <a:endParaRPr lang="ko-KR" altLang="en-US"/>
        </a:p>
      </dgm:t>
    </dgm:pt>
    <dgm:pt modelId="{ABF74883-11EB-4482-83F7-F42CDB46A2F0}">
      <dgm:prSet phldrT="[텍스트]"/>
      <dgm:spPr/>
      <dgm:t>
        <a:bodyPr/>
        <a:lstStyle/>
        <a:p>
          <a:pPr latinLnBrk="1"/>
          <a:r>
            <a:rPr lang="ko-KR" altLang="en-US" dirty="0" smtClean="0"/>
            <a:t>타이머 설정</a:t>
          </a:r>
          <a:r>
            <a:rPr lang="en-US" altLang="ko-KR" dirty="0" smtClean="0"/>
            <a:t>, delay</a:t>
          </a:r>
          <a:r>
            <a:rPr lang="ko-KR" altLang="en-US" dirty="0" smtClean="0"/>
            <a:t>구 삽입</a:t>
          </a:r>
          <a:endParaRPr lang="ko-KR" altLang="en-US" dirty="0"/>
        </a:p>
      </dgm:t>
    </dgm:pt>
    <dgm:pt modelId="{434AC4D2-D39D-4FC9-A1F3-755947DFFFDA}" type="parTrans" cxnId="{69BE7409-6F33-47CC-B396-F1EEB48D8D97}">
      <dgm:prSet/>
      <dgm:spPr/>
      <dgm:t>
        <a:bodyPr/>
        <a:lstStyle/>
        <a:p>
          <a:pPr latinLnBrk="1"/>
          <a:endParaRPr lang="ko-KR" altLang="en-US"/>
        </a:p>
      </dgm:t>
    </dgm:pt>
    <dgm:pt modelId="{483978BE-CEB6-4DDE-A3AF-E0E3A6B8E1BA}" type="sibTrans" cxnId="{69BE7409-6F33-47CC-B396-F1EEB48D8D97}">
      <dgm:prSet/>
      <dgm:spPr/>
      <dgm:t>
        <a:bodyPr/>
        <a:lstStyle/>
        <a:p>
          <a:pPr latinLnBrk="1"/>
          <a:endParaRPr lang="ko-KR" altLang="en-US"/>
        </a:p>
      </dgm:t>
    </dgm:pt>
    <dgm:pt modelId="{4E86E371-0902-4A7C-97EA-133099DC035A}" type="pres">
      <dgm:prSet presAssocID="{2C4ED5EA-C5B2-49AB-BEC9-69411FC81473}" presName="outerComposite" presStyleCnt="0">
        <dgm:presLayoutVars>
          <dgm:chMax val="5"/>
          <dgm:dir/>
          <dgm:resizeHandles val="exact"/>
        </dgm:presLayoutVars>
      </dgm:prSet>
      <dgm:spPr/>
    </dgm:pt>
    <dgm:pt modelId="{64E7D93C-2C89-472C-8048-02FAC33652CF}" type="pres">
      <dgm:prSet presAssocID="{2C4ED5EA-C5B2-49AB-BEC9-69411FC81473}" presName="dummyMaxCanvas" presStyleCnt="0">
        <dgm:presLayoutVars/>
      </dgm:prSet>
      <dgm:spPr/>
    </dgm:pt>
    <dgm:pt modelId="{E2440F74-E292-4C89-BEC7-1F0C660187E6}" type="pres">
      <dgm:prSet presAssocID="{2C4ED5EA-C5B2-49AB-BEC9-69411FC81473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8259E41-B622-40FD-A8C6-519ABE2B3489}" type="pres">
      <dgm:prSet presAssocID="{2C4ED5EA-C5B2-49AB-BEC9-69411FC81473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ED9E920-53A4-420E-BE4D-EDA08485C018}" type="pres">
      <dgm:prSet presAssocID="{2C4ED5EA-C5B2-49AB-BEC9-69411FC81473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9191369-6638-44A4-993D-BA31384DAE02}" type="pres">
      <dgm:prSet presAssocID="{2C4ED5EA-C5B2-49AB-BEC9-69411FC81473}" presName="ThreeConn_1-2" presStyleLbl="fgAccFollowNode1" presStyleIdx="0" presStyleCnt="2">
        <dgm:presLayoutVars>
          <dgm:bulletEnabled val="1"/>
        </dgm:presLayoutVars>
      </dgm:prSet>
      <dgm:spPr/>
    </dgm:pt>
    <dgm:pt modelId="{0572D7B9-CD9A-4389-980C-CA0F18F11E7D}" type="pres">
      <dgm:prSet presAssocID="{2C4ED5EA-C5B2-49AB-BEC9-69411FC81473}" presName="ThreeConn_2-3" presStyleLbl="fgAccFollowNode1" presStyleIdx="1" presStyleCnt="2">
        <dgm:presLayoutVars>
          <dgm:bulletEnabled val="1"/>
        </dgm:presLayoutVars>
      </dgm:prSet>
      <dgm:spPr/>
    </dgm:pt>
    <dgm:pt modelId="{7EAA732B-EF57-4BF7-B2FE-8445BACB0686}" type="pres">
      <dgm:prSet presAssocID="{2C4ED5EA-C5B2-49AB-BEC9-69411FC81473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E0B79E3-0CD4-476C-BB1E-54CD77560B71}" type="pres">
      <dgm:prSet presAssocID="{2C4ED5EA-C5B2-49AB-BEC9-69411FC81473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5B08534-FB37-4EE0-AA1A-471AEA74E80B}" type="pres">
      <dgm:prSet presAssocID="{2C4ED5EA-C5B2-49AB-BEC9-69411FC81473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7038712D-C8F7-47ED-92AC-0BCA8981DA6B}" type="presOf" srcId="{2283891F-F5EA-44CD-84D2-7FA8FA2D1054}" destId="{88259E41-B622-40FD-A8C6-519ABE2B3489}" srcOrd="0" destOrd="0" presId="urn:microsoft.com/office/officeart/2005/8/layout/vProcess5"/>
    <dgm:cxn modelId="{69BE7409-6F33-47CC-B396-F1EEB48D8D97}" srcId="{2C4ED5EA-C5B2-49AB-BEC9-69411FC81473}" destId="{ABF74883-11EB-4482-83F7-F42CDB46A2F0}" srcOrd="2" destOrd="0" parTransId="{434AC4D2-D39D-4FC9-A1F3-755947DFFFDA}" sibTransId="{483978BE-CEB6-4DDE-A3AF-E0E3A6B8E1BA}"/>
    <dgm:cxn modelId="{F2E3537C-052B-497C-929F-3197C109A63E}" type="presOf" srcId="{ABF74883-11EB-4482-83F7-F42CDB46A2F0}" destId="{D5B08534-FB37-4EE0-AA1A-471AEA74E80B}" srcOrd="1" destOrd="0" presId="urn:microsoft.com/office/officeart/2005/8/layout/vProcess5"/>
    <dgm:cxn modelId="{B98B1F99-FCE4-4162-A414-412DC79F88CB}" srcId="{2C4ED5EA-C5B2-49AB-BEC9-69411FC81473}" destId="{E33C6E77-2E1A-4E7E-85A7-C5C5151DB9EB}" srcOrd="0" destOrd="0" parTransId="{086ED7E2-766D-4236-AF6C-82445B206B20}" sibTransId="{4F8575F6-21D3-4C5C-B345-5B0BF745D740}"/>
    <dgm:cxn modelId="{440074C2-F64B-456B-A905-3BCF070DB6B2}" type="presOf" srcId="{E33C6E77-2E1A-4E7E-85A7-C5C5151DB9EB}" destId="{7EAA732B-EF57-4BF7-B2FE-8445BACB0686}" srcOrd="1" destOrd="0" presId="urn:microsoft.com/office/officeart/2005/8/layout/vProcess5"/>
    <dgm:cxn modelId="{FA0F8065-85AF-4A13-B77C-688977704823}" type="presOf" srcId="{2C4ED5EA-C5B2-49AB-BEC9-69411FC81473}" destId="{4E86E371-0902-4A7C-97EA-133099DC035A}" srcOrd="0" destOrd="0" presId="urn:microsoft.com/office/officeart/2005/8/layout/vProcess5"/>
    <dgm:cxn modelId="{9335AF36-11AF-4A9B-B8EF-A01B9A74483E}" type="presOf" srcId="{2283891F-F5EA-44CD-84D2-7FA8FA2D1054}" destId="{FE0B79E3-0CD4-476C-BB1E-54CD77560B71}" srcOrd="1" destOrd="0" presId="urn:microsoft.com/office/officeart/2005/8/layout/vProcess5"/>
    <dgm:cxn modelId="{19A40E1C-35CC-4C6F-8F95-0C5BAB1BDC66}" type="presOf" srcId="{4F8575F6-21D3-4C5C-B345-5B0BF745D740}" destId="{D9191369-6638-44A4-993D-BA31384DAE02}" srcOrd="0" destOrd="0" presId="urn:microsoft.com/office/officeart/2005/8/layout/vProcess5"/>
    <dgm:cxn modelId="{0082BA22-BA4B-4092-B5A1-610B0D8B5F95}" srcId="{2C4ED5EA-C5B2-49AB-BEC9-69411FC81473}" destId="{2283891F-F5EA-44CD-84D2-7FA8FA2D1054}" srcOrd="1" destOrd="0" parTransId="{7A0E4BF5-81B5-461F-BC9B-4E678BFFBF0D}" sibTransId="{B986AF48-F2C5-43D3-AA5D-F8A20B8581BE}"/>
    <dgm:cxn modelId="{C0FDEC24-BFAA-4436-B7C1-471464206EEB}" type="presOf" srcId="{B986AF48-F2C5-43D3-AA5D-F8A20B8581BE}" destId="{0572D7B9-CD9A-4389-980C-CA0F18F11E7D}" srcOrd="0" destOrd="0" presId="urn:microsoft.com/office/officeart/2005/8/layout/vProcess5"/>
    <dgm:cxn modelId="{B78E92D8-C889-4C0C-A25D-9D69F9EEDC79}" type="presOf" srcId="{ABF74883-11EB-4482-83F7-F42CDB46A2F0}" destId="{5ED9E920-53A4-420E-BE4D-EDA08485C018}" srcOrd="0" destOrd="0" presId="urn:microsoft.com/office/officeart/2005/8/layout/vProcess5"/>
    <dgm:cxn modelId="{D9914CF3-7B34-439A-A3A8-9DCDE26C723A}" type="presOf" srcId="{E33C6E77-2E1A-4E7E-85A7-C5C5151DB9EB}" destId="{E2440F74-E292-4C89-BEC7-1F0C660187E6}" srcOrd="0" destOrd="0" presId="urn:microsoft.com/office/officeart/2005/8/layout/vProcess5"/>
    <dgm:cxn modelId="{C6C2C098-FC1A-4F3D-8192-B58F7D543767}" type="presParOf" srcId="{4E86E371-0902-4A7C-97EA-133099DC035A}" destId="{64E7D93C-2C89-472C-8048-02FAC33652CF}" srcOrd="0" destOrd="0" presId="urn:microsoft.com/office/officeart/2005/8/layout/vProcess5"/>
    <dgm:cxn modelId="{162939BD-2ADE-44E8-B045-A047BC9453F4}" type="presParOf" srcId="{4E86E371-0902-4A7C-97EA-133099DC035A}" destId="{E2440F74-E292-4C89-BEC7-1F0C660187E6}" srcOrd="1" destOrd="0" presId="urn:microsoft.com/office/officeart/2005/8/layout/vProcess5"/>
    <dgm:cxn modelId="{FB240A5B-AE25-4540-A9AD-181721FBFACB}" type="presParOf" srcId="{4E86E371-0902-4A7C-97EA-133099DC035A}" destId="{88259E41-B622-40FD-A8C6-519ABE2B3489}" srcOrd="2" destOrd="0" presId="urn:microsoft.com/office/officeart/2005/8/layout/vProcess5"/>
    <dgm:cxn modelId="{F8D6E46C-110B-4403-B889-FF14E0A05CCB}" type="presParOf" srcId="{4E86E371-0902-4A7C-97EA-133099DC035A}" destId="{5ED9E920-53A4-420E-BE4D-EDA08485C018}" srcOrd="3" destOrd="0" presId="urn:microsoft.com/office/officeart/2005/8/layout/vProcess5"/>
    <dgm:cxn modelId="{47EAF16B-99B6-4178-8048-64DCA1581E4F}" type="presParOf" srcId="{4E86E371-0902-4A7C-97EA-133099DC035A}" destId="{D9191369-6638-44A4-993D-BA31384DAE02}" srcOrd="4" destOrd="0" presId="urn:microsoft.com/office/officeart/2005/8/layout/vProcess5"/>
    <dgm:cxn modelId="{F4931B64-1141-44F1-A310-E909D0A65721}" type="presParOf" srcId="{4E86E371-0902-4A7C-97EA-133099DC035A}" destId="{0572D7B9-CD9A-4389-980C-CA0F18F11E7D}" srcOrd="5" destOrd="0" presId="urn:microsoft.com/office/officeart/2005/8/layout/vProcess5"/>
    <dgm:cxn modelId="{990C2CC6-11A3-4F8A-806A-7BA1885D5A6F}" type="presParOf" srcId="{4E86E371-0902-4A7C-97EA-133099DC035A}" destId="{7EAA732B-EF57-4BF7-B2FE-8445BACB0686}" srcOrd="6" destOrd="0" presId="urn:microsoft.com/office/officeart/2005/8/layout/vProcess5"/>
    <dgm:cxn modelId="{F0D02175-58E6-49D4-A892-59C4051C31DD}" type="presParOf" srcId="{4E86E371-0902-4A7C-97EA-133099DC035A}" destId="{FE0B79E3-0CD4-476C-BB1E-54CD77560B71}" srcOrd="7" destOrd="0" presId="urn:microsoft.com/office/officeart/2005/8/layout/vProcess5"/>
    <dgm:cxn modelId="{41D7D7A7-8218-4DBD-8166-E726BA317B9E}" type="presParOf" srcId="{4E86E371-0902-4A7C-97EA-133099DC035A}" destId="{D5B08534-FB37-4EE0-AA1A-471AEA74E80B}" srcOrd="8" destOrd="0" presId="urn:microsoft.com/office/officeart/2005/8/layout/vProcess5"/>
  </dgm:cxnLst>
  <dgm:bg/>
  <dgm:whole/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C4ED5EA-C5B2-49AB-BEC9-69411FC81473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33C6E77-2E1A-4E7E-85A7-C5C5151DB9EB}">
      <dgm:prSet phldrT="[텍스트]"/>
      <dgm:spPr/>
      <dgm:t>
        <a:bodyPr/>
        <a:lstStyle/>
        <a:p>
          <a:pPr latinLnBrk="1"/>
          <a:r>
            <a:rPr lang="ko-KR" altLang="en-US" dirty="0" smtClean="0"/>
            <a:t>건전지 </a:t>
          </a:r>
          <a:r>
            <a:rPr lang="en-US" altLang="ko-KR" dirty="0" smtClean="0"/>
            <a:t>1</a:t>
          </a:r>
          <a:r>
            <a:rPr lang="ko-KR" altLang="en-US" dirty="0" smtClean="0"/>
            <a:t>개 전류 부족</a:t>
          </a:r>
          <a:endParaRPr lang="ko-KR" altLang="en-US" dirty="0"/>
        </a:p>
      </dgm:t>
    </dgm:pt>
    <dgm:pt modelId="{086ED7E2-766D-4236-AF6C-82445B206B20}" type="parTrans" cxnId="{B98B1F99-FCE4-4162-A414-412DC79F88CB}">
      <dgm:prSet/>
      <dgm:spPr/>
      <dgm:t>
        <a:bodyPr/>
        <a:lstStyle/>
        <a:p>
          <a:pPr latinLnBrk="1"/>
          <a:endParaRPr lang="ko-KR" altLang="en-US"/>
        </a:p>
      </dgm:t>
    </dgm:pt>
    <dgm:pt modelId="{4F8575F6-21D3-4C5C-B345-5B0BF745D740}" type="sibTrans" cxnId="{B98B1F99-FCE4-4162-A414-412DC79F88CB}">
      <dgm:prSet/>
      <dgm:spPr/>
      <dgm:t>
        <a:bodyPr/>
        <a:lstStyle/>
        <a:p>
          <a:pPr latinLnBrk="1"/>
          <a:endParaRPr lang="ko-KR" altLang="en-US"/>
        </a:p>
      </dgm:t>
    </dgm:pt>
    <dgm:pt modelId="{2283891F-F5EA-44CD-84D2-7FA8FA2D1054}">
      <dgm:prSet phldrT="[텍스트]"/>
      <dgm:spPr/>
      <dgm:t>
        <a:bodyPr/>
        <a:lstStyle/>
        <a:p>
          <a:pPr latinLnBrk="1"/>
          <a:r>
            <a:rPr lang="ko-KR" altLang="en-US" dirty="0" smtClean="0"/>
            <a:t>건전지 </a:t>
          </a:r>
          <a:r>
            <a:rPr lang="en-US" altLang="ko-KR" dirty="0" smtClean="0"/>
            <a:t>2</a:t>
          </a:r>
          <a:r>
            <a:rPr lang="ko-KR" altLang="en-US" dirty="0" smtClean="0"/>
            <a:t>개 병렬로 전원 연결</a:t>
          </a:r>
          <a:endParaRPr lang="ko-KR" altLang="en-US" dirty="0"/>
        </a:p>
      </dgm:t>
    </dgm:pt>
    <dgm:pt modelId="{7A0E4BF5-81B5-461F-BC9B-4E678BFFBF0D}" type="parTrans" cxnId="{0082BA22-BA4B-4092-B5A1-610B0D8B5F95}">
      <dgm:prSet/>
      <dgm:spPr/>
      <dgm:t>
        <a:bodyPr/>
        <a:lstStyle/>
        <a:p>
          <a:pPr latinLnBrk="1"/>
          <a:endParaRPr lang="ko-KR" altLang="en-US"/>
        </a:p>
      </dgm:t>
    </dgm:pt>
    <dgm:pt modelId="{B986AF48-F2C5-43D3-AA5D-F8A20B8581BE}" type="sibTrans" cxnId="{0082BA22-BA4B-4092-B5A1-610B0D8B5F95}">
      <dgm:prSet/>
      <dgm:spPr/>
      <dgm:t>
        <a:bodyPr/>
        <a:lstStyle/>
        <a:p>
          <a:pPr latinLnBrk="1"/>
          <a:endParaRPr lang="ko-KR" altLang="en-US"/>
        </a:p>
      </dgm:t>
    </dgm:pt>
    <dgm:pt modelId="{ABF74883-11EB-4482-83F7-F42CDB46A2F0}">
      <dgm:prSet phldrT="[텍스트]"/>
      <dgm:spPr/>
      <dgm:t>
        <a:bodyPr/>
        <a:lstStyle/>
        <a:p>
          <a:pPr latinLnBrk="1"/>
          <a:r>
            <a:rPr lang="ko-KR" altLang="en-US" dirty="0" smtClean="0"/>
            <a:t>수신부 완료</a:t>
          </a:r>
          <a:r>
            <a:rPr lang="en-US" altLang="ko-KR" dirty="0" smtClean="0"/>
            <a:t>!</a:t>
          </a:r>
          <a:endParaRPr lang="ko-KR" altLang="en-US" dirty="0"/>
        </a:p>
      </dgm:t>
    </dgm:pt>
    <dgm:pt modelId="{434AC4D2-D39D-4FC9-A1F3-755947DFFFDA}" type="parTrans" cxnId="{69BE7409-6F33-47CC-B396-F1EEB48D8D97}">
      <dgm:prSet/>
      <dgm:spPr/>
      <dgm:t>
        <a:bodyPr/>
        <a:lstStyle/>
        <a:p>
          <a:pPr latinLnBrk="1"/>
          <a:endParaRPr lang="ko-KR" altLang="en-US"/>
        </a:p>
      </dgm:t>
    </dgm:pt>
    <dgm:pt modelId="{483978BE-CEB6-4DDE-A3AF-E0E3A6B8E1BA}" type="sibTrans" cxnId="{69BE7409-6F33-47CC-B396-F1EEB48D8D97}">
      <dgm:prSet/>
      <dgm:spPr/>
      <dgm:t>
        <a:bodyPr/>
        <a:lstStyle/>
        <a:p>
          <a:pPr latinLnBrk="1"/>
          <a:endParaRPr lang="ko-KR" altLang="en-US"/>
        </a:p>
      </dgm:t>
    </dgm:pt>
    <dgm:pt modelId="{4E86E371-0902-4A7C-97EA-133099DC035A}" type="pres">
      <dgm:prSet presAssocID="{2C4ED5EA-C5B2-49AB-BEC9-69411FC81473}" presName="outerComposite" presStyleCnt="0">
        <dgm:presLayoutVars>
          <dgm:chMax val="5"/>
          <dgm:dir/>
          <dgm:resizeHandles val="exact"/>
        </dgm:presLayoutVars>
      </dgm:prSet>
      <dgm:spPr/>
    </dgm:pt>
    <dgm:pt modelId="{64E7D93C-2C89-472C-8048-02FAC33652CF}" type="pres">
      <dgm:prSet presAssocID="{2C4ED5EA-C5B2-49AB-BEC9-69411FC81473}" presName="dummyMaxCanvas" presStyleCnt="0">
        <dgm:presLayoutVars/>
      </dgm:prSet>
      <dgm:spPr/>
    </dgm:pt>
    <dgm:pt modelId="{E2440F74-E292-4C89-BEC7-1F0C660187E6}" type="pres">
      <dgm:prSet presAssocID="{2C4ED5EA-C5B2-49AB-BEC9-69411FC81473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8259E41-B622-40FD-A8C6-519ABE2B3489}" type="pres">
      <dgm:prSet presAssocID="{2C4ED5EA-C5B2-49AB-BEC9-69411FC81473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ED9E920-53A4-420E-BE4D-EDA08485C018}" type="pres">
      <dgm:prSet presAssocID="{2C4ED5EA-C5B2-49AB-BEC9-69411FC81473}" presName="ThreeNodes_3" presStyleLbl="node1" presStyleIdx="2" presStyleCnt="3" custLinFactNeighborX="311" custLinFactNeighborY="-240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9191369-6638-44A4-993D-BA31384DAE02}" type="pres">
      <dgm:prSet presAssocID="{2C4ED5EA-C5B2-49AB-BEC9-69411FC81473}" presName="ThreeConn_1-2" presStyleLbl="fgAccFollowNode1" presStyleIdx="0" presStyleCnt="2">
        <dgm:presLayoutVars>
          <dgm:bulletEnabled val="1"/>
        </dgm:presLayoutVars>
      </dgm:prSet>
      <dgm:spPr/>
    </dgm:pt>
    <dgm:pt modelId="{0572D7B9-CD9A-4389-980C-CA0F18F11E7D}" type="pres">
      <dgm:prSet presAssocID="{2C4ED5EA-C5B2-49AB-BEC9-69411FC81473}" presName="ThreeConn_2-3" presStyleLbl="fgAccFollowNode1" presStyleIdx="1" presStyleCnt="2">
        <dgm:presLayoutVars>
          <dgm:bulletEnabled val="1"/>
        </dgm:presLayoutVars>
      </dgm:prSet>
      <dgm:spPr/>
    </dgm:pt>
    <dgm:pt modelId="{7EAA732B-EF57-4BF7-B2FE-8445BACB0686}" type="pres">
      <dgm:prSet presAssocID="{2C4ED5EA-C5B2-49AB-BEC9-69411FC81473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E0B79E3-0CD4-476C-BB1E-54CD77560B71}" type="pres">
      <dgm:prSet presAssocID="{2C4ED5EA-C5B2-49AB-BEC9-69411FC81473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5B08534-FB37-4EE0-AA1A-471AEA74E80B}" type="pres">
      <dgm:prSet presAssocID="{2C4ED5EA-C5B2-49AB-BEC9-69411FC81473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72D8DBEA-F514-48C0-B6B3-6F01511DC86D}" type="presOf" srcId="{2283891F-F5EA-44CD-84D2-7FA8FA2D1054}" destId="{FE0B79E3-0CD4-476C-BB1E-54CD77560B71}" srcOrd="1" destOrd="0" presId="urn:microsoft.com/office/officeart/2005/8/layout/vProcess5"/>
    <dgm:cxn modelId="{7C5B3476-BF85-49ED-9EA0-00A24F7BA7DF}" type="presOf" srcId="{E33C6E77-2E1A-4E7E-85A7-C5C5151DB9EB}" destId="{7EAA732B-EF57-4BF7-B2FE-8445BACB0686}" srcOrd="1" destOrd="0" presId="urn:microsoft.com/office/officeart/2005/8/layout/vProcess5"/>
    <dgm:cxn modelId="{69BE7409-6F33-47CC-B396-F1EEB48D8D97}" srcId="{2C4ED5EA-C5B2-49AB-BEC9-69411FC81473}" destId="{ABF74883-11EB-4482-83F7-F42CDB46A2F0}" srcOrd="2" destOrd="0" parTransId="{434AC4D2-D39D-4FC9-A1F3-755947DFFFDA}" sibTransId="{483978BE-CEB6-4DDE-A3AF-E0E3A6B8E1BA}"/>
    <dgm:cxn modelId="{1BA3B86C-21AF-4A90-A437-45FD6B689B66}" type="presOf" srcId="{B986AF48-F2C5-43D3-AA5D-F8A20B8581BE}" destId="{0572D7B9-CD9A-4389-980C-CA0F18F11E7D}" srcOrd="0" destOrd="0" presId="urn:microsoft.com/office/officeart/2005/8/layout/vProcess5"/>
    <dgm:cxn modelId="{488EFE8A-9921-4861-9F82-A8DC97ABEE65}" type="presOf" srcId="{2C4ED5EA-C5B2-49AB-BEC9-69411FC81473}" destId="{4E86E371-0902-4A7C-97EA-133099DC035A}" srcOrd="0" destOrd="0" presId="urn:microsoft.com/office/officeart/2005/8/layout/vProcess5"/>
    <dgm:cxn modelId="{B98B1F99-FCE4-4162-A414-412DC79F88CB}" srcId="{2C4ED5EA-C5B2-49AB-BEC9-69411FC81473}" destId="{E33C6E77-2E1A-4E7E-85A7-C5C5151DB9EB}" srcOrd="0" destOrd="0" parTransId="{086ED7E2-766D-4236-AF6C-82445B206B20}" sibTransId="{4F8575F6-21D3-4C5C-B345-5B0BF745D740}"/>
    <dgm:cxn modelId="{A19A04DA-70E9-464E-BE66-EEF16E452194}" type="presOf" srcId="{4F8575F6-21D3-4C5C-B345-5B0BF745D740}" destId="{D9191369-6638-44A4-993D-BA31384DAE02}" srcOrd="0" destOrd="0" presId="urn:microsoft.com/office/officeart/2005/8/layout/vProcess5"/>
    <dgm:cxn modelId="{086C3682-8EAC-414D-9DD4-CFDF53696413}" type="presOf" srcId="{2283891F-F5EA-44CD-84D2-7FA8FA2D1054}" destId="{88259E41-B622-40FD-A8C6-519ABE2B3489}" srcOrd="0" destOrd="0" presId="urn:microsoft.com/office/officeart/2005/8/layout/vProcess5"/>
    <dgm:cxn modelId="{05CABD9C-E017-4488-8025-FF02D7ADF78F}" type="presOf" srcId="{E33C6E77-2E1A-4E7E-85A7-C5C5151DB9EB}" destId="{E2440F74-E292-4C89-BEC7-1F0C660187E6}" srcOrd="0" destOrd="0" presId="urn:microsoft.com/office/officeart/2005/8/layout/vProcess5"/>
    <dgm:cxn modelId="{0082BA22-BA4B-4092-B5A1-610B0D8B5F95}" srcId="{2C4ED5EA-C5B2-49AB-BEC9-69411FC81473}" destId="{2283891F-F5EA-44CD-84D2-7FA8FA2D1054}" srcOrd="1" destOrd="0" parTransId="{7A0E4BF5-81B5-461F-BC9B-4E678BFFBF0D}" sibTransId="{B986AF48-F2C5-43D3-AA5D-F8A20B8581BE}"/>
    <dgm:cxn modelId="{8A6AC4C6-D913-47F4-8D15-E45C532B9067}" type="presOf" srcId="{ABF74883-11EB-4482-83F7-F42CDB46A2F0}" destId="{D5B08534-FB37-4EE0-AA1A-471AEA74E80B}" srcOrd="1" destOrd="0" presId="urn:microsoft.com/office/officeart/2005/8/layout/vProcess5"/>
    <dgm:cxn modelId="{FC9FAD7A-5BA2-470C-AB9D-DFD0F570CEA3}" type="presOf" srcId="{ABF74883-11EB-4482-83F7-F42CDB46A2F0}" destId="{5ED9E920-53A4-420E-BE4D-EDA08485C018}" srcOrd="0" destOrd="0" presId="urn:microsoft.com/office/officeart/2005/8/layout/vProcess5"/>
    <dgm:cxn modelId="{78A1745F-6435-4DD1-AF09-3EB9265073F1}" type="presParOf" srcId="{4E86E371-0902-4A7C-97EA-133099DC035A}" destId="{64E7D93C-2C89-472C-8048-02FAC33652CF}" srcOrd="0" destOrd="0" presId="urn:microsoft.com/office/officeart/2005/8/layout/vProcess5"/>
    <dgm:cxn modelId="{A6FDFA33-5581-47DD-8C79-E3A06111807D}" type="presParOf" srcId="{4E86E371-0902-4A7C-97EA-133099DC035A}" destId="{E2440F74-E292-4C89-BEC7-1F0C660187E6}" srcOrd="1" destOrd="0" presId="urn:microsoft.com/office/officeart/2005/8/layout/vProcess5"/>
    <dgm:cxn modelId="{D88137E1-D094-47FE-B725-802E4CCB0361}" type="presParOf" srcId="{4E86E371-0902-4A7C-97EA-133099DC035A}" destId="{88259E41-B622-40FD-A8C6-519ABE2B3489}" srcOrd="2" destOrd="0" presId="urn:microsoft.com/office/officeart/2005/8/layout/vProcess5"/>
    <dgm:cxn modelId="{79622F98-7A7D-4A23-B44D-D804B8C9D656}" type="presParOf" srcId="{4E86E371-0902-4A7C-97EA-133099DC035A}" destId="{5ED9E920-53A4-420E-BE4D-EDA08485C018}" srcOrd="3" destOrd="0" presId="urn:microsoft.com/office/officeart/2005/8/layout/vProcess5"/>
    <dgm:cxn modelId="{0334E942-7EA0-4AA3-B93D-D60798F1D2C7}" type="presParOf" srcId="{4E86E371-0902-4A7C-97EA-133099DC035A}" destId="{D9191369-6638-44A4-993D-BA31384DAE02}" srcOrd="4" destOrd="0" presId="urn:microsoft.com/office/officeart/2005/8/layout/vProcess5"/>
    <dgm:cxn modelId="{D8171D84-52B0-46B4-AE9B-7733121A10B5}" type="presParOf" srcId="{4E86E371-0902-4A7C-97EA-133099DC035A}" destId="{0572D7B9-CD9A-4389-980C-CA0F18F11E7D}" srcOrd="5" destOrd="0" presId="urn:microsoft.com/office/officeart/2005/8/layout/vProcess5"/>
    <dgm:cxn modelId="{4459D392-A158-4B94-B70A-F36B9409BF94}" type="presParOf" srcId="{4E86E371-0902-4A7C-97EA-133099DC035A}" destId="{7EAA732B-EF57-4BF7-B2FE-8445BACB0686}" srcOrd="6" destOrd="0" presId="urn:microsoft.com/office/officeart/2005/8/layout/vProcess5"/>
    <dgm:cxn modelId="{700E59B6-CB7B-4BA1-8949-0551B8EBD143}" type="presParOf" srcId="{4E86E371-0902-4A7C-97EA-133099DC035A}" destId="{FE0B79E3-0CD4-476C-BB1E-54CD77560B71}" srcOrd="7" destOrd="0" presId="urn:microsoft.com/office/officeart/2005/8/layout/vProcess5"/>
    <dgm:cxn modelId="{683FFB22-B93B-4637-84CC-1937A7BFFF05}" type="presParOf" srcId="{4E86E371-0902-4A7C-97EA-133099DC035A}" destId="{D5B08534-FB37-4EE0-AA1A-471AEA74E80B}" srcOrd="8" destOrd="0" presId="urn:microsoft.com/office/officeart/2005/8/layout/vProcess5"/>
  </dgm:cxnLst>
  <dgm:bg/>
  <dgm:whole/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FCBB05F-55F0-452F-B9DA-B40FD5AECC7A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75DC26DC-E6DD-4501-A110-592BF56468CC}">
      <dgm:prSet phldrT="[텍스트]"/>
      <dgm:spPr/>
      <dgm:t>
        <a:bodyPr/>
        <a:lstStyle/>
        <a:p>
          <a:pPr latinLnBrk="1"/>
          <a:r>
            <a:rPr lang="ko-KR" altLang="en-US" dirty="0" smtClean="0"/>
            <a:t>칩</a:t>
          </a:r>
          <a:endParaRPr lang="ko-KR" altLang="en-US" dirty="0"/>
        </a:p>
      </dgm:t>
    </dgm:pt>
    <dgm:pt modelId="{B6167C4C-3DC2-496C-A84C-83DCE5D72BF8}" type="parTrans" cxnId="{E0AD2B80-E253-47AC-8DCA-6AD1575C0F73}">
      <dgm:prSet/>
      <dgm:spPr/>
      <dgm:t>
        <a:bodyPr/>
        <a:lstStyle/>
        <a:p>
          <a:pPr latinLnBrk="1"/>
          <a:endParaRPr lang="ko-KR" altLang="en-US"/>
        </a:p>
      </dgm:t>
    </dgm:pt>
    <dgm:pt modelId="{1CDCE2AF-287E-4B92-A4E1-D29B10E0F368}" type="sibTrans" cxnId="{E0AD2B80-E253-47AC-8DCA-6AD1575C0F73}">
      <dgm:prSet/>
      <dgm:spPr/>
      <dgm:t>
        <a:bodyPr/>
        <a:lstStyle/>
        <a:p>
          <a:pPr latinLnBrk="1"/>
          <a:endParaRPr lang="ko-KR" altLang="en-US"/>
        </a:p>
      </dgm:t>
    </dgm:pt>
    <dgm:pt modelId="{56A120FD-A76E-455E-BDE0-F8C253260F23}">
      <dgm:prSet phldrT="[텍스트]"/>
      <dgm:spPr/>
      <dgm:t>
        <a:bodyPr/>
        <a:lstStyle/>
        <a:p>
          <a:pPr latinLnBrk="1"/>
          <a:r>
            <a:rPr lang="ko-KR" altLang="en-US" dirty="0" err="1" smtClean="0"/>
            <a:t>사각파</a:t>
          </a:r>
          <a:r>
            <a:rPr lang="ko-KR" altLang="en-US" dirty="0" smtClean="0"/>
            <a:t> 발사</a:t>
          </a:r>
          <a:endParaRPr lang="ko-KR" altLang="en-US" dirty="0"/>
        </a:p>
      </dgm:t>
    </dgm:pt>
    <dgm:pt modelId="{55BA642B-F7FA-4E87-8754-6B980C103B13}" type="parTrans" cxnId="{34A3644A-66D8-49B2-BBF3-119CA17796B4}">
      <dgm:prSet/>
      <dgm:spPr/>
      <dgm:t>
        <a:bodyPr/>
        <a:lstStyle/>
        <a:p>
          <a:pPr latinLnBrk="1"/>
          <a:endParaRPr lang="ko-KR" altLang="en-US"/>
        </a:p>
      </dgm:t>
    </dgm:pt>
    <dgm:pt modelId="{5407981C-9CBD-47C8-B5F9-2AE664D56BF7}" type="sibTrans" cxnId="{34A3644A-66D8-49B2-BBF3-119CA17796B4}">
      <dgm:prSet/>
      <dgm:spPr/>
      <dgm:t>
        <a:bodyPr/>
        <a:lstStyle/>
        <a:p>
          <a:pPr latinLnBrk="1"/>
          <a:endParaRPr lang="ko-KR" altLang="en-US"/>
        </a:p>
      </dgm:t>
    </dgm:pt>
    <dgm:pt modelId="{BBF0C017-43AF-4F50-997C-74EB1C7114FA}">
      <dgm:prSet phldrT="[텍스트]"/>
      <dgm:spPr/>
      <dgm:t>
        <a:bodyPr/>
        <a:lstStyle/>
        <a:p>
          <a:pPr latinLnBrk="1"/>
          <a:r>
            <a:rPr lang="ko-KR" altLang="en-US" dirty="0" smtClean="0"/>
            <a:t>모터 드라이버 </a:t>
          </a:r>
          <a:endParaRPr lang="en-US" altLang="ko-KR" dirty="0" smtClean="0"/>
        </a:p>
        <a:p>
          <a:pPr latinLnBrk="1"/>
          <a:r>
            <a:rPr lang="ko-KR" altLang="en-US" dirty="0" smtClean="0"/>
            <a:t>입력</a:t>
          </a:r>
          <a:endParaRPr lang="ko-KR" altLang="en-US" dirty="0"/>
        </a:p>
      </dgm:t>
    </dgm:pt>
    <dgm:pt modelId="{E13CFDB9-6F5F-4150-AB8A-94BDDBF0F226}" type="parTrans" cxnId="{FCD1A902-4768-48F6-A8E5-7F5CFF871306}">
      <dgm:prSet/>
      <dgm:spPr/>
      <dgm:t>
        <a:bodyPr/>
        <a:lstStyle/>
        <a:p>
          <a:pPr latinLnBrk="1"/>
          <a:endParaRPr lang="ko-KR" altLang="en-US"/>
        </a:p>
      </dgm:t>
    </dgm:pt>
    <dgm:pt modelId="{A87087BB-6232-46BA-AD88-821C15117D7E}" type="sibTrans" cxnId="{FCD1A902-4768-48F6-A8E5-7F5CFF871306}">
      <dgm:prSet/>
      <dgm:spPr/>
      <dgm:t>
        <a:bodyPr/>
        <a:lstStyle/>
        <a:p>
          <a:pPr latinLnBrk="1"/>
          <a:endParaRPr lang="ko-KR" altLang="en-US"/>
        </a:p>
      </dgm:t>
    </dgm:pt>
    <dgm:pt modelId="{FA834A4D-6896-47EE-8C01-3F0018C71817}">
      <dgm:prSet phldrT="[텍스트]"/>
      <dgm:spPr/>
      <dgm:t>
        <a:bodyPr/>
        <a:lstStyle/>
        <a:p>
          <a:pPr latinLnBrk="1"/>
          <a:r>
            <a:rPr lang="en-US" altLang="ko-KR" dirty="0" smtClean="0"/>
            <a:t>18V </a:t>
          </a:r>
          <a:r>
            <a:rPr lang="ko-KR" altLang="en-US" dirty="0" err="1" smtClean="0"/>
            <a:t>사각파로</a:t>
          </a:r>
          <a:r>
            <a:rPr lang="ko-KR" altLang="en-US" dirty="0" smtClean="0"/>
            <a:t> </a:t>
          </a:r>
          <a:endParaRPr lang="en-US" altLang="ko-KR" dirty="0" smtClean="0"/>
        </a:p>
        <a:p>
          <a:pPr latinLnBrk="1"/>
          <a:r>
            <a:rPr lang="ko-KR" altLang="en-US" dirty="0" smtClean="0"/>
            <a:t>증폭</a:t>
          </a:r>
          <a:endParaRPr lang="ko-KR" altLang="en-US" dirty="0"/>
        </a:p>
      </dgm:t>
    </dgm:pt>
    <dgm:pt modelId="{E867D54F-3542-4A7F-9D23-7213C3843683}" type="parTrans" cxnId="{FE10C150-7B2C-4772-831A-061A0ABAF80A}">
      <dgm:prSet/>
      <dgm:spPr/>
      <dgm:t>
        <a:bodyPr/>
        <a:lstStyle/>
        <a:p>
          <a:pPr latinLnBrk="1"/>
          <a:endParaRPr lang="ko-KR" altLang="en-US"/>
        </a:p>
      </dgm:t>
    </dgm:pt>
    <dgm:pt modelId="{8841A629-125B-486C-BC09-0A62F5FAEDBB}" type="sibTrans" cxnId="{FE10C150-7B2C-4772-831A-061A0ABAF80A}">
      <dgm:prSet/>
      <dgm:spPr/>
      <dgm:t>
        <a:bodyPr/>
        <a:lstStyle/>
        <a:p>
          <a:pPr latinLnBrk="1"/>
          <a:endParaRPr lang="ko-KR" altLang="en-US"/>
        </a:p>
      </dgm:t>
    </dgm:pt>
    <dgm:pt modelId="{9BAE6EC0-0975-490E-AD80-132D713B59D2}">
      <dgm:prSet phldrT="[텍스트]"/>
      <dgm:spPr/>
      <dgm:t>
        <a:bodyPr/>
        <a:lstStyle/>
        <a:p>
          <a:pPr latinLnBrk="1"/>
          <a:r>
            <a:rPr lang="ko-KR" altLang="en-US" dirty="0" smtClean="0"/>
            <a:t>초음파 발신 센서에 입력</a:t>
          </a:r>
          <a:endParaRPr lang="ko-KR" altLang="en-US" dirty="0"/>
        </a:p>
      </dgm:t>
    </dgm:pt>
    <dgm:pt modelId="{1E1EA66A-D7CB-4A23-8F54-59078B9F0CED}" type="parTrans" cxnId="{CADF9510-3C71-4439-98E4-24AC27DD1319}">
      <dgm:prSet/>
      <dgm:spPr/>
      <dgm:t>
        <a:bodyPr/>
        <a:lstStyle/>
        <a:p>
          <a:pPr latinLnBrk="1"/>
          <a:endParaRPr lang="ko-KR" altLang="en-US"/>
        </a:p>
      </dgm:t>
    </dgm:pt>
    <dgm:pt modelId="{E959B469-2D56-4BE7-BA9E-B41B0A53C504}" type="sibTrans" cxnId="{CADF9510-3C71-4439-98E4-24AC27DD1319}">
      <dgm:prSet/>
      <dgm:spPr/>
      <dgm:t>
        <a:bodyPr/>
        <a:lstStyle/>
        <a:p>
          <a:pPr latinLnBrk="1"/>
          <a:endParaRPr lang="ko-KR" altLang="en-US"/>
        </a:p>
      </dgm:t>
    </dgm:pt>
    <dgm:pt modelId="{FA3D5D3E-C3E8-4B88-ACFC-5530B0C7BA04}">
      <dgm:prSet phldrT="[텍스트]"/>
      <dgm:spPr/>
      <dgm:t>
        <a:bodyPr/>
        <a:lstStyle/>
        <a:p>
          <a:pPr latinLnBrk="1"/>
          <a:r>
            <a:rPr lang="ko-KR" altLang="en-US" dirty="0" smtClean="0"/>
            <a:t>초음파 생성</a:t>
          </a:r>
          <a:endParaRPr lang="ko-KR" altLang="en-US" dirty="0"/>
        </a:p>
      </dgm:t>
    </dgm:pt>
    <dgm:pt modelId="{E93BE51F-ADE8-4FB9-86EC-15C083EE1B05}" type="parTrans" cxnId="{61170C7C-1F94-48F5-A65D-BF57971288AA}">
      <dgm:prSet/>
      <dgm:spPr/>
      <dgm:t>
        <a:bodyPr/>
        <a:lstStyle/>
        <a:p>
          <a:pPr latinLnBrk="1"/>
          <a:endParaRPr lang="ko-KR" altLang="en-US"/>
        </a:p>
      </dgm:t>
    </dgm:pt>
    <dgm:pt modelId="{D59547F5-7244-4A9B-B326-3B449160C596}" type="sibTrans" cxnId="{61170C7C-1F94-48F5-A65D-BF57971288AA}">
      <dgm:prSet/>
      <dgm:spPr/>
      <dgm:t>
        <a:bodyPr/>
        <a:lstStyle/>
        <a:p>
          <a:pPr latinLnBrk="1"/>
          <a:endParaRPr lang="ko-KR" altLang="en-US"/>
        </a:p>
      </dgm:t>
    </dgm:pt>
    <dgm:pt modelId="{C6C2B957-1A19-4451-8ADC-E0E8F01341D0}" type="pres">
      <dgm:prSet presAssocID="{AFCBB05F-55F0-452F-B9DA-B40FD5AECC7A}" presName="diagram" presStyleCnt="0">
        <dgm:presLayoutVars>
          <dgm:dir/>
          <dgm:resizeHandles val="exact"/>
        </dgm:presLayoutVars>
      </dgm:prSet>
      <dgm:spPr/>
    </dgm:pt>
    <dgm:pt modelId="{C79A7E3E-F77D-472F-9B92-FA7E2D2C91ED}" type="pres">
      <dgm:prSet presAssocID="{75DC26DC-E6DD-4501-A110-592BF56468CC}" presName="node" presStyleLbl="node1" presStyleIdx="0" presStyleCnt="6">
        <dgm:presLayoutVars>
          <dgm:bulletEnabled val="1"/>
        </dgm:presLayoutVars>
      </dgm:prSet>
      <dgm:spPr/>
    </dgm:pt>
    <dgm:pt modelId="{19BAF63F-8573-4E4D-A161-B86E9F15F6D9}" type="pres">
      <dgm:prSet presAssocID="{1CDCE2AF-287E-4B92-A4E1-D29B10E0F368}" presName="sibTrans" presStyleLbl="sibTrans2D1" presStyleIdx="0" presStyleCnt="5"/>
      <dgm:spPr/>
    </dgm:pt>
    <dgm:pt modelId="{CD6398B7-672D-4195-86B2-829D7269F46A}" type="pres">
      <dgm:prSet presAssocID="{1CDCE2AF-287E-4B92-A4E1-D29B10E0F368}" presName="connectorText" presStyleLbl="sibTrans2D1" presStyleIdx="0" presStyleCnt="5"/>
      <dgm:spPr/>
    </dgm:pt>
    <dgm:pt modelId="{C64EA11F-0C11-4FEB-B7E7-613554BA378A}" type="pres">
      <dgm:prSet presAssocID="{56A120FD-A76E-455E-BDE0-F8C253260F23}" presName="node" presStyleLbl="node1" presStyleIdx="1" presStyleCnt="6">
        <dgm:presLayoutVars>
          <dgm:bulletEnabled val="1"/>
        </dgm:presLayoutVars>
      </dgm:prSet>
      <dgm:spPr/>
    </dgm:pt>
    <dgm:pt modelId="{2D9C6639-2B3A-4DB4-A5B8-107FF967344C}" type="pres">
      <dgm:prSet presAssocID="{5407981C-9CBD-47C8-B5F9-2AE664D56BF7}" presName="sibTrans" presStyleLbl="sibTrans2D1" presStyleIdx="1" presStyleCnt="5"/>
      <dgm:spPr/>
    </dgm:pt>
    <dgm:pt modelId="{470F976F-676F-4E84-9C66-7BCEA2494FA9}" type="pres">
      <dgm:prSet presAssocID="{5407981C-9CBD-47C8-B5F9-2AE664D56BF7}" presName="connectorText" presStyleLbl="sibTrans2D1" presStyleIdx="1" presStyleCnt="5"/>
      <dgm:spPr/>
    </dgm:pt>
    <dgm:pt modelId="{B33BF5FA-29E3-4E25-83B1-CEE8E903ABB8}" type="pres">
      <dgm:prSet presAssocID="{BBF0C017-43AF-4F50-997C-74EB1C7114FA}" presName="node" presStyleLbl="node1" presStyleIdx="2" presStyleCnt="6">
        <dgm:presLayoutVars>
          <dgm:bulletEnabled val="1"/>
        </dgm:presLayoutVars>
      </dgm:prSet>
      <dgm:spPr/>
    </dgm:pt>
    <dgm:pt modelId="{62E2FF58-E23E-4DA8-8D4F-CCBF657F671C}" type="pres">
      <dgm:prSet presAssocID="{A87087BB-6232-46BA-AD88-821C15117D7E}" presName="sibTrans" presStyleLbl="sibTrans2D1" presStyleIdx="2" presStyleCnt="5"/>
      <dgm:spPr/>
    </dgm:pt>
    <dgm:pt modelId="{98FEDB83-C11F-4A73-88D6-7D2AD93728D7}" type="pres">
      <dgm:prSet presAssocID="{A87087BB-6232-46BA-AD88-821C15117D7E}" presName="connectorText" presStyleLbl="sibTrans2D1" presStyleIdx="2" presStyleCnt="5"/>
      <dgm:spPr/>
    </dgm:pt>
    <dgm:pt modelId="{98DFBA48-F1C8-43A4-9D8A-D71D7BF19BF1}" type="pres">
      <dgm:prSet presAssocID="{FA834A4D-6896-47EE-8C01-3F0018C71817}" presName="node" presStyleLbl="node1" presStyleIdx="3" presStyleCnt="6">
        <dgm:presLayoutVars>
          <dgm:bulletEnabled val="1"/>
        </dgm:presLayoutVars>
      </dgm:prSet>
      <dgm:spPr/>
    </dgm:pt>
    <dgm:pt modelId="{BFA1E9BF-A29B-46C3-857F-BD887039BCA6}" type="pres">
      <dgm:prSet presAssocID="{8841A629-125B-486C-BC09-0A62F5FAEDBB}" presName="sibTrans" presStyleLbl="sibTrans2D1" presStyleIdx="3" presStyleCnt="5"/>
      <dgm:spPr/>
    </dgm:pt>
    <dgm:pt modelId="{3934F81F-90E7-4F4D-B356-CDA5835CB2EF}" type="pres">
      <dgm:prSet presAssocID="{8841A629-125B-486C-BC09-0A62F5FAEDBB}" presName="connectorText" presStyleLbl="sibTrans2D1" presStyleIdx="3" presStyleCnt="5"/>
      <dgm:spPr/>
    </dgm:pt>
    <dgm:pt modelId="{292EFBAB-9A28-4E7F-BCD6-A348F14B533C}" type="pres">
      <dgm:prSet presAssocID="{9BAE6EC0-0975-490E-AD80-132D713B59D2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5B20DE4-D318-46CD-9047-0F0686129FA1}" type="pres">
      <dgm:prSet presAssocID="{E959B469-2D56-4BE7-BA9E-B41B0A53C504}" presName="sibTrans" presStyleLbl="sibTrans2D1" presStyleIdx="4" presStyleCnt="5"/>
      <dgm:spPr/>
    </dgm:pt>
    <dgm:pt modelId="{2F321B16-687B-4AAA-B104-E1A55EAC49D4}" type="pres">
      <dgm:prSet presAssocID="{E959B469-2D56-4BE7-BA9E-B41B0A53C504}" presName="connectorText" presStyleLbl="sibTrans2D1" presStyleIdx="4" presStyleCnt="5"/>
      <dgm:spPr/>
    </dgm:pt>
    <dgm:pt modelId="{1779700B-F657-4DE6-BABE-1235B373803C}" type="pres">
      <dgm:prSet presAssocID="{FA3D5D3E-C3E8-4B88-ACFC-5530B0C7BA04}" presName="node" presStyleLbl="node1" presStyleIdx="5" presStyleCnt="6">
        <dgm:presLayoutVars>
          <dgm:bulletEnabled val="1"/>
        </dgm:presLayoutVars>
      </dgm:prSet>
      <dgm:spPr/>
    </dgm:pt>
  </dgm:ptLst>
  <dgm:cxnLst>
    <dgm:cxn modelId="{C3BB50D0-9981-4135-94CA-858F486F612A}" type="presOf" srcId="{E959B469-2D56-4BE7-BA9E-B41B0A53C504}" destId="{F5B20DE4-D318-46CD-9047-0F0686129FA1}" srcOrd="0" destOrd="0" presId="urn:microsoft.com/office/officeart/2005/8/layout/process5"/>
    <dgm:cxn modelId="{04A5370B-ED6F-4810-8EF9-DD2AD1F1DEF1}" type="presOf" srcId="{BBF0C017-43AF-4F50-997C-74EB1C7114FA}" destId="{B33BF5FA-29E3-4E25-83B1-CEE8E903ABB8}" srcOrd="0" destOrd="0" presId="urn:microsoft.com/office/officeart/2005/8/layout/process5"/>
    <dgm:cxn modelId="{55B0CEC3-D72F-46B7-A11A-62D8332209D1}" type="presOf" srcId="{5407981C-9CBD-47C8-B5F9-2AE664D56BF7}" destId="{2D9C6639-2B3A-4DB4-A5B8-107FF967344C}" srcOrd="0" destOrd="0" presId="urn:microsoft.com/office/officeart/2005/8/layout/process5"/>
    <dgm:cxn modelId="{FCD1A902-4768-48F6-A8E5-7F5CFF871306}" srcId="{AFCBB05F-55F0-452F-B9DA-B40FD5AECC7A}" destId="{BBF0C017-43AF-4F50-997C-74EB1C7114FA}" srcOrd="2" destOrd="0" parTransId="{E13CFDB9-6F5F-4150-AB8A-94BDDBF0F226}" sibTransId="{A87087BB-6232-46BA-AD88-821C15117D7E}"/>
    <dgm:cxn modelId="{FAD2FFFC-286A-4791-8402-D53C3111476F}" type="presOf" srcId="{1CDCE2AF-287E-4B92-A4E1-D29B10E0F368}" destId="{19BAF63F-8573-4E4D-A161-B86E9F15F6D9}" srcOrd="0" destOrd="0" presId="urn:microsoft.com/office/officeart/2005/8/layout/process5"/>
    <dgm:cxn modelId="{7A836005-811B-43A1-BBAC-4A62BAFB3527}" type="presOf" srcId="{8841A629-125B-486C-BC09-0A62F5FAEDBB}" destId="{BFA1E9BF-A29B-46C3-857F-BD887039BCA6}" srcOrd="0" destOrd="0" presId="urn:microsoft.com/office/officeart/2005/8/layout/process5"/>
    <dgm:cxn modelId="{91B3DED3-A228-4ED4-A98A-E54516190522}" type="presOf" srcId="{FA3D5D3E-C3E8-4B88-ACFC-5530B0C7BA04}" destId="{1779700B-F657-4DE6-BABE-1235B373803C}" srcOrd="0" destOrd="0" presId="urn:microsoft.com/office/officeart/2005/8/layout/process5"/>
    <dgm:cxn modelId="{FD4E90FF-9907-4C57-8BC7-F55342585409}" type="presOf" srcId="{1CDCE2AF-287E-4B92-A4E1-D29B10E0F368}" destId="{CD6398B7-672D-4195-86B2-829D7269F46A}" srcOrd="1" destOrd="0" presId="urn:microsoft.com/office/officeart/2005/8/layout/process5"/>
    <dgm:cxn modelId="{3EFCB544-CC59-4628-A876-0F5A0289B89B}" type="presOf" srcId="{9BAE6EC0-0975-490E-AD80-132D713B59D2}" destId="{292EFBAB-9A28-4E7F-BCD6-A348F14B533C}" srcOrd="0" destOrd="0" presId="urn:microsoft.com/office/officeart/2005/8/layout/process5"/>
    <dgm:cxn modelId="{3C2291C1-F98A-46A6-A0D8-E2737DC7AB97}" type="presOf" srcId="{A87087BB-6232-46BA-AD88-821C15117D7E}" destId="{98FEDB83-C11F-4A73-88D6-7D2AD93728D7}" srcOrd="1" destOrd="0" presId="urn:microsoft.com/office/officeart/2005/8/layout/process5"/>
    <dgm:cxn modelId="{637BD35F-E65D-48D2-9F78-9E3560773718}" type="presOf" srcId="{75DC26DC-E6DD-4501-A110-592BF56468CC}" destId="{C79A7E3E-F77D-472F-9B92-FA7E2D2C91ED}" srcOrd="0" destOrd="0" presId="urn:microsoft.com/office/officeart/2005/8/layout/process5"/>
    <dgm:cxn modelId="{E0AD2B80-E253-47AC-8DCA-6AD1575C0F73}" srcId="{AFCBB05F-55F0-452F-B9DA-B40FD5AECC7A}" destId="{75DC26DC-E6DD-4501-A110-592BF56468CC}" srcOrd="0" destOrd="0" parTransId="{B6167C4C-3DC2-496C-A84C-83DCE5D72BF8}" sibTransId="{1CDCE2AF-287E-4B92-A4E1-D29B10E0F368}"/>
    <dgm:cxn modelId="{1CBD5654-5A74-40D6-9A52-37A480443C87}" type="presOf" srcId="{5407981C-9CBD-47C8-B5F9-2AE664D56BF7}" destId="{470F976F-676F-4E84-9C66-7BCEA2494FA9}" srcOrd="1" destOrd="0" presId="urn:microsoft.com/office/officeart/2005/8/layout/process5"/>
    <dgm:cxn modelId="{08D6FF79-ABE0-438B-B5DB-90854C6E9C41}" type="presOf" srcId="{A87087BB-6232-46BA-AD88-821C15117D7E}" destId="{62E2FF58-E23E-4DA8-8D4F-CCBF657F671C}" srcOrd="0" destOrd="0" presId="urn:microsoft.com/office/officeart/2005/8/layout/process5"/>
    <dgm:cxn modelId="{B2BC5BD7-45EC-41A9-819D-B023A8FF0B8B}" type="presOf" srcId="{E959B469-2D56-4BE7-BA9E-B41B0A53C504}" destId="{2F321B16-687B-4AAA-B104-E1A55EAC49D4}" srcOrd="1" destOrd="0" presId="urn:microsoft.com/office/officeart/2005/8/layout/process5"/>
    <dgm:cxn modelId="{A4862C2A-6C95-45EC-BD7C-AB67351559A3}" type="presOf" srcId="{56A120FD-A76E-455E-BDE0-F8C253260F23}" destId="{C64EA11F-0C11-4FEB-B7E7-613554BA378A}" srcOrd="0" destOrd="0" presId="urn:microsoft.com/office/officeart/2005/8/layout/process5"/>
    <dgm:cxn modelId="{FE10C150-7B2C-4772-831A-061A0ABAF80A}" srcId="{AFCBB05F-55F0-452F-B9DA-B40FD5AECC7A}" destId="{FA834A4D-6896-47EE-8C01-3F0018C71817}" srcOrd="3" destOrd="0" parTransId="{E867D54F-3542-4A7F-9D23-7213C3843683}" sibTransId="{8841A629-125B-486C-BC09-0A62F5FAEDBB}"/>
    <dgm:cxn modelId="{34A3644A-66D8-49B2-BBF3-119CA17796B4}" srcId="{AFCBB05F-55F0-452F-B9DA-B40FD5AECC7A}" destId="{56A120FD-A76E-455E-BDE0-F8C253260F23}" srcOrd="1" destOrd="0" parTransId="{55BA642B-F7FA-4E87-8754-6B980C103B13}" sibTransId="{5407981C-9CBD-47C8-B5F9-2AE664D56BF7}"/>
    <dgm:cxn modelId="{CADF9510-3C71-4439-98E4-24AC27DD1319}" srcId="{AFCBB05F-55F0-452F-B9DA-B40FD5AECC7A}" destId="{9BAE6EC0-0975-490E-AD80-132D713B59D2}" srcOrd="4" destOrd="0" parTransId="{1E1EA66A-D7CB-4A23-8F54-59078B9F0CED}" sibTransId="{E959B469-2D56-4BE7-BA9E-B41B0A53C504}"/>
    <dgm:cxn modelId="{2A9C123F-594A-4CFD-8F5C-7BFF394FFB22}" type="presOf" srcId="{FA834A4D-6896-47EE-8C01-3F0018C71817}" destId="{98DFBA48-F1C8-43A4-9D8A-D71D7BF19BF1}" srcOrd="0" destOrd="0" presId="urn:microsoft.com/office/officeart/2005/8/layout/process5"/>
    <dgm:cxn modelId="{FB44342E-B894-493A-A4F2-35A57CC887A0}" type="presOf" srcId="{8841A629-125B-486C-BC09-0A62F5FAEDBB}" destId="{3934F81F-90E7-4F4D-B356-CDA5835CB2EF}" srcOrd="1" destOrd="0" presId="urn:microsoft.com/office/officeart/2005/8/layout/process5"/>
    <dgm:cxn modelId="{61170C7C-1F94-48F5-A65D-BF57971288AA}" srcId="{AFCBB05F-55F0-452F-B9DA-B40FD5AECC7A}" destId="{FA3D5D3E-C3E8-4B88-ACFC-5530B0C7BA04}" srcOrd="5" destOrd="0" parTransId="{E93BE51F-ADE8-4FB9-86EC-15C083EE1B05}" sibTransId="{D59547F5-7244-4A9B-B326-3B449160C596}"/>
    <dgm:cxn modelId="{05EEC402-D8BC-447D-9840-1491F2E2E382}" type="presOf" srcId="{AFCBB05F-55F0-452F-B9DA-B40FD5AECC7A}" destId="{C6C2B957-1A19-4451-8ADC-E0E8F01341D0}" srcOrd="0" destOrd="0" presId="urn:microsoft.com/office/officeart/2005/8/layout/process5"/>
    <dgm:cxn modelId="{9818B037-1D7A-41DB-88D7-FD0697410E81}" type="presParOf" srcId="{C6C2B957-1A19-4451-8ADC-E0E8F01341D0}" destId="{C79A7E3E-F77D-472F-9B92-FA7E2D2C91ED}" srcOrd="0" destOrd="0" presId="urn:microsoft.com/office/officeart/2005/8/layout/process5"/>
    <dgm:cxn modelId="{A3E7E65F-EA55-42D7-9057-C5D56E4F840A}" type="presParOf" srcId="{C6C2B957-1A19-4451-8ADC-E0E8F01341D0}" destId="{19BAF63F-8573-4E4D-A161-B86E9F15F6D9}" srcOrd="1" destOrd="0" presId="urn:microsoft.com/office/officeart/2005/8/layout/process5"/>
    <dgm:cxn modelId="{2C00B467-C3F5-4295-9460-5A5BD374F0CD}" type="presParOf" srcId="{19BAF63F-8573-4E4D-A161-B86E9F15F6D9}" destId="{CD6398B7-672D-4195-86B2-829D7269F46A}" srcOrd="0" destOrd="0" presId="urn:microsoft.com/office/officeart/2005/8/layout/process5"/>
    <dgm:cxn modelId="{5014767B-0F44-4514-B7AB-706D587202E1}" type="presParOf" srcId="{C6C2B957-1A19-4451-8ADC-E0E8F01341D0}" destId="{C64EA11F-0C11-4FEB-B7E7-613554BA378A}" srcOrd="2" destOrd="0" presId="urn:microsoft.com/office/officeart/2005/8/layout/process5"/>
    <dgm:cxn modelId="{109AE5D6-37CB-4FAF-80D7-7ABA47306D02}" type="presParOf" srcId="{C6C2B957-1A19-4451-8ADC-E0E8F01341D0}" destId="{2D9C6639-2B3A-4DB4-A5B8-107FF967344C}" srcOrd="3" destOrd="0" presId="urn:microsoft.com/office/officeart/2005/8/layout/process5"/>
    <dgm:cxn modelId="{3C670603-DF16-47C5-8A0C-D41109B37126}" type="presParOf" srcId="{2D9C6639-2B3A-4DB4-A5B8-107FF967344C}" destId="{470F976F-676F-4E84-9C66-7BCEA2494FA9}" srcOrd="0" destOrd="0" presId="urn:microsoft.com/office/officeart/2005/8/layout/process5"/>
    <dgm:cxn modelId="{F6BF933C-BDED-43FE-9352-07977D21FC41}" type="presParOf" srcId="{C6C2B957-1A19-4451-8ADC-E0E8F01341D0}" destId="{B33BF5FA-29E3-4E25-83B1-CEE8E903ABB8}" srcOrd="4" destOrd="0" presId="urn:microsoft.com/office/officeart/2005/8/layout/process5"/>
    <dgm:cxn modelId="{5F471E92-1911-4765-A4F9-B1866FB26859}" type="presParOf" srcId="{C6C2B957-1A19-4451-8ADC-E0E8F01341D0}" destId="{62E2FF58-E23E-4DA8-8D4F-CCBF657F671C}" srcOrd="5" destOrd="0" presId="urn:microsoft.com/office/officeart/2005/8/layout/process5"/>
    <dgm:cxn modelId="{0E4E8ECD-DE17-43DE-BF01-E8B5222250B1}" type="presParOf" srcId="{62E2FF58-E23E-4DA8-8D4F-CCBF657F671C}" destId="{98FEDB83-C11F-4A73-88D6-7D2AD93728D7}" srcOrd="0" destOrd="0" presId="urn:microsoft.com/office/officeart/2005/8/layout/process5"/>
    <dgm:cxn modelId="{104E3557-B3DE-44FE-8EFC-E211457F739F}" type="presParOf" srcId="{C6C2B957-1A19-4451-8ADC-E0E8F01341D0}" destId="{98DFBA48-F1C8-43A4-9D8A-D71D7BF19BF1}" srcOrd="6" destOrd="0" presId="urn:microsoft.com/office/officeart/2005/8/layout/process5"/>
    <dgm:cxn modelId="{32D8797E-69C7-4DF2-9BEB-D7A1521B5EC4}" type="presParOf" srcId="{C6C2B957-1A19-4451-8ADC-E0E8F01341D0}" destId="{BFA1E9BF-A29B-46C3-857F-BD887039BCA6}" srcOrd="7" destOrd="0" presId="urn:microsoft.com/office/officeart/2005/8/layout/process5"/>
    <dgm:cxn modelId="{4205C2F6-808F-41CD-A341-C45E289D2DD3}" type="presParOf" srcId="{BFA1E9BF-A29B-46C3-857F-BD887039BCA6}" destId="{3934F81F-90E7-4F4D-B356-CDA5835CB2EF}" srcOrd="0" destOrd="0" presId="urn:microsoft.com/office/officeart/2005/8/layout/process5"/>
    <dgm:cxn modelId="{2FF84935-D7B9-412D-9931-B2D90C3B1A4B}" type="presParOf" srcId="{C6C2B957-1A19-4451-8ADC-E0E8F01341D0}" destId="{292EFBAB-9A28-4E7F-BCD6-A348F14B533C}" srcOrd="8" destOrd="0" presId="urn:microsoft.com/office/officeart/2005/8/layout/process5"/>
    <dgm:cxn modelId="{6C09C821-97FF-40F7-8A65-1A1EBCEFD80C}" type="presParOf" srcId="{C6C2B957-1A19-4451-8ADC-E0E8F01341D0}" destId="{F5B20DE4-D318-46CD-9047-0F0686129FA1}" srcOrd="9" destOrd="0" presId="urn:microsoft.com/office/officeart/2005/8/layout/process5"/>
    <dgm:cxn modelId="{8BD5CB1C-01A3-43C9-BF64-58450E7C19B8}" type="presParOf" srcId="{F5B20DE4-D318-46CD-9047-0F0686129FA1}" destId="{2F321B16-687B-4AAA-B104-E1A55EAC49D4}" srcOrd="0" destOrd="0" presId="urn:microsoft.com/office/officeart/2005/8/layout/process5"/>
    <dgm:cxn modelId="{C8BEA99F-4142-470C-ACCE-A5838C8A1BC6}" type="presParOf" srcId="{C6C2B957-1A19-4451-8ADC-E0E8F01341D0}" destId="{1779700B-F657-4DE6-BABE-1235B373803C}" srcOrd="10" destOrd="0" presId="urn:microsoft.com/office/officeart/2005/8/layout/process5"/>
  </dgm:cxnLst>
  <dgm:bg/>
  <dgm:whole/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FCBB05F-55F0-452F-B9DA-B40FD5AECC7A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75DC26DC-E6DD-4501-A110-592BF56468CC}">
      <dgm:prSet phldrT="[텍스트]"/>
      <dgm:spPr/>
      <dgm:t>
        <a:bodyPr/>
        <a:lstStyle/>
        <a:p>
          <a:pPr latinLnBrk="1"/>
          <a:r>
            <a:rPr lang="ko-KR" altLang="en-US" dirty="0" smtClean="0"/>
            <a:t>초음파 수신 센서</a:t>
          </a:r>
          <a:endParaRPr lang="ko-KR" altLang="en-US" dirty="0"/>
        </a:p>
      </dgm:t>
    </dgm:pt>
    <dgm:pt modelId="{B6167C4C-3DC2-496C-A84C-83DCE5D72BF8}" type="parTrans" cxnId="{E0AD2B80-E253-47AC-8DCA-6AD1575C0F73}">
      <dgm:prSet/>
      <dgm:spPr/>
      <dgm:t>
        <a:bodyPr/>
        <a:lstStyle/>
        <a:p>
          <a:pPr latinLnBrk="1"/>
          <a:endParaRPr lang="ko-KR" altLang="en-US"/>
        </a:p>
      </dgm:t>
    </dgm:pt>
    <dgm:pt modelId="{1CDCE2AF-287E-4B92-A4E1-D29B10E0F368}" type="sibTrans" cxnId="{E0AD2B80-E253-47AC-8DCA-6AD1575C0F73}">
      <dgm:prSet/>
      <dgm:spPr/>
      <dgm:t>
        <a:bodyPr/>
        <a:lstStyle/>
        <a:p>
          <a:pPr latinLnBrk="1"/>
          <a:endParaRPr lang="ko-KR" altLang="en-US"/>
        </a:p>
      </dgm:t>
    </dgm:pt>
    <dgm:pt modelId="{56A120FD-A76E-455E-BDE0-F8C253260F23}">
      <dgm:prSet phldrT="[텍스트]"/>
      <dgm:spPr/>
      <dgm:t>
        <a:bodyPr/>
        <a:lstStyle/>
        <a:p>
          <a:pPr latinLnBrk="1"/>
          <a:r>
            <a:rPr lang="en-US" altLang="ko-KR" dirty="0" smtClean="0"/>
            <a:t>3~5V </a:t>
          </a:r>
          <a:r>
            <a:rPr lang="ko-KR" altLang="en-US" dirty="0" smtClean="0"/>
            <a:t>내외 </a:t>
          </a:r>
          <a:endParaRPr lang="en-US" altLang="ko-KR" dirty="0" smtClean="0"/>
        </a:p>
        <a:p>
          <a:pPr latinLnBrk="1"/>
          <a:r>
            <a:rPr lang="ko-KR" altLang="en-US" dirty="0" err="1" smtClean="0"/>
            <a:t>펄스파</a:t>
          </a:r>
          <a:r>
            <a:rPr lang="ko-KR" altLang="en-US" dirty="0" smtClean="0"/>
            <a:t> 생성</a:t>
          </a:r>
          <a:endParaRPr lang="ko-KR" altLang="en-US" dirty="0"/>
        </a:p>
      </dgm:t>
    </dgm:pt>
    <dgm:pt modelId="{55BA642B-F7FA-4E87-8754-6B980C103B13}" type="parTrans" cxnId="{34A3644A-66D8-49B2-BBF3-119CA17796B4}">
      <dgm:prSet/>
      <dgm:spPr/>
      <dgm:t>
        <a:bodyPr/>
        <a:lstStyle/>
        <a:p>
          <a:pPr latinLnBrk="1"/>
          <a:endParaRPr lang="ko-KR" altLang="en-US"/>
        </a:p>
      </dgm:t>
    </dgm:pt>
    <dgm:pt modelId="{5407981C-9CBD-47C8-B5F9-2AE664D56BF7}" type="sibTrans" cxnId="{34A3644A-66D8-49B2-BBF3-119CA17796B4}">
      <dgm:prSet/>
      <dgm:spPr/>
      <dgm:t>
        <a:bodyPr/>
        <a:lstStyle/>
        <a:p>
          <a:pPr latinLnBrk="1"/>
          <a:endParaRPr lang="ko-KR" altLang="en-US"/>
        </a:p>
      </dgm:t>
    </dgm:pt>
    <dgm:pt modelId="{BBF0C017-43AF-4F50-997C-74EB1C7114FA}">
      <dgm:prSet phldrT="[텍스트]"/>
      <dgm:spPr/>
      <dgm:t>
        <a:bodyPr/>
        <a:lstStyle/>
        <a:p>
          <a:pPr latinLnBrk="1"/>
          <a:r>
            <a:rPr lang="en-US" altLang="ko-KR" dirty="0" smtClean="0"/>
            <a:t>Op-Amp</a:t>
          </a:r>
          <a:r>
            <a:rPr lang="ko-KR" altLang="en-US" dirty="0" smtClean="0"/>
            <a:t>로 </a:t>
          </a:r>
          <a:endParaRPr lang="en-US" altLang="ko-KR" dirty="0" smtClean="0"/>
        </a:p>
        <a:p>
          <a:pPr latinLnBrk="1"/>
          <a:r>
            <a:rPr lang="en-US" altLang="ko-KR" dirty="0" smtClean="0"/>
            <a:t>2</a:t>
          </a:r>
          <a:r>
            <a:rPr lang="ko-KR" altLang="en-US" dirty="0" smtClean="0"/>
            <a:t>번 증폭</a:t>
          </a:r>
          <a:endParaRPr lang="ko-KR" altLang="en-US" dirty="0"/>
        </a:p>
      </dgm:t>
    </dgm:pt>
    <dgm:pt modelId="{E13CFDB9-6F5F-4150-AB8A-94BDDBF0F226}" type="parTrans" cxnId="{FCD1A902-4768-48F6-A8E5-7F5CFF871306}">
      <dgm:prSet/>
      <dgm:spPr/>
      <dgm:t>
        <a:bodyPr/>
        <a:lstStyle/>
        <a:p>
          <a:pPr latinLnBrk="1"/>
          <a:endParaRPr lang="ko-KR" altLang="en-US"/>
        </a:p>
      </dgm:t>
    </dgm:pt>
    <dgm:pt modelId="{A87087BB-6232-46BA-AD88-821C15117D7E}" type="sibTrans" cxnId="{FCD1A902-4768-48F6-A8E5-7F5CFF871306}">
      <dgm:prSet/>
      <dgm:spPr/>
      <dgm:t>
        <a:bodyPr/>
        <a:lstStyle/>
        <a:p>
          <a:pPr latinLnBrk="1"/>
          <a:endParaRPr lang="ko-KR" altLang="en-US"/>
        </a:p>
      </dgm:t>
    </dgm:pt>
    <dgm:pt modelId="{FA834A4D-6896-47EE-8C01-3F0018C71817}">
      <dgm:prSet phldrT="[텍스트]"/>
      <dgm:spPr/>
      <dgm:t>
        <a:bodyPr/>
        <a:lstStyle/>
        <a:p>
          <a:pPr latinLnBrk="1"/>
          <a:r>
            <a:rPr lang="ko-KR" altLang="en-US" dirty="0" smtClean="0"/>
            <a:t>칩 </a:t>
          </a:r>
          <a:r>
            <a:rPr lang="ko-KR" altLang="en-US" dirty="0" err="1" smtClean="0"/>
            <a:t>입력부에</a:t>
          </a:r>
          <a:r>
            <a:rPr lang="ko-KR" altLang="en-US" dirty="0" smtClean="0"/>
            <a:t> 입력</a:t>
          </a:r>
          <a:endParaRPr lang="ko-KR" altLang="en-US" dirty="0"/>
        </a:p>
      </dgm:t>
    </dgm:pt>
    <dgm:pt modelId="{E867D54F-3542-4A7F-9D23-7213C3843683}" type="parTrans" cxnId="{FE10C150-7B2C-4772-831A-061A0ABAF80A}">
      <dgm:prSet/>
      <dgm:spPr/>
      <dgm:t>
        <a:bodyPr/>
        <a:lstStyle/>
        <a:p>
          <a:pPr latinLnBrk="1"/>
          <a:endParaRPr lang="ko-KR" altLang="en-US"/>
        </a:p>
      </dgm:t>
    </dgm:pt>
    <dgm:pt modelId="{8841A629-125B-486C-BC09-0A62F5FAEDBB}" type="sibTrans" cxnId="{FE10C150-7B2C-4772-831A-061A0ABAF80A}">
      <dgm:prSet/>
      <dgm:spPr/>
      <dgm:t>
        <a:bodyPr/>
        <a:lstStyle/>
        <a:p>
          <a:pPr latinLnBrk="1"/>
          <a:endParaRPr lang="ko-KR" altLang="en-US"/>
        </a:p>
      </dgm:t>
    </dgm:pt>
    <dgm:pt modelId="{9BAE6EC0-0975-490E-AD80-132D713B59D2}">
      <dgm:prSet phldrT="[텍스트]"/>
      <dgm:spPr/>
      <dgm:t>
        <a:bodyPr/>
        <a:lstStyle/>
        <a:p>
          <a:pPr latinLnBrk="1"/>
          <a:r>
            <a:rPr lang="ko-KR" altLang="en-US" dirty="0" err="1" smtClean="0"/>
            <a:t>출력부로</a:t>
          </a:r>
          <a:r>
            <a:rPr lang="ko-KR" altLang="en-US" dirty="0" smtClean="0"/>
            <a:t> 전압 출력</a:t>
          </a:r>
          <a:endParaRPr lang="ko-KR" altLang="en-US" dirty="0"/>
        </a:p>
      </dgm:t>
    </dgm:pt>
    <dgm:pt modelId="{1E1EA66A-D7CB-4A23-8F54-59078B9F0CED}" type="parTrans" cxnId="{CADF9510-3C71-4439-98E4-24AC27DD1319}">
      <dgm:prSet/>
      <dgm:spPr/>
      <dgm:t>
        <a:bodyPr/>
        <a:lstStyle/>
        <a:p>
          <a:pPr latinLnBrk="1"/>
          <a:endParaRPr lang="ko-KR" altLang="en-US"/>
        </a:p>
      </dgm:t>
    </dgm:pt>
    <dgm:pt modelId="{E959B469-2D56-4BE7-BA9E-B41B0A53C504}" type="sibTrans" cxnId="{CADF9510-3C71-4439-98E4-24AC27DD1319}">
      <dgm:prSet/>
      <dgm:spPr/>
      <dgm:t>
        <a:bodyPr/>
        <a:lstStyle/>
        <a:p>
          <a:pPr latinLnBrk="1"/>
          <a:endParaRPr lang="ko-KR" altLang="en-US"/>
        </a:p>
      </dgm:t>
    </dgm:pt>
    <dgm:pt modelId="{FA3D5D3E-C3E8-4B88-ACFC-5530B0C7BA04}">
      <dgm:prSet phldrT="[텍스트]"/>
      <dgm:spPr/>
      <dgm:t>
        <a:bodyPr/>
        <a:lstStyle/>
        <a:p>
          <a:pPr latinLnBrk="1"/>
          <a:r>
            <a:rPr lang="ko-KR" altLang="en-US" dirty="0" smtClean="0"/>
            <a:t>센서 반대 위치의 모터 구동</a:t>
          </a:r>
          <a:endParaRPr lang="ko-KR" altLang="en-US" dirty="0"/>
        </a:p>
      </dgm:t>
    </dgm:pt>
    <dgm:pt modelId="{E93BE51F-ADE8-4FB9-86EC-15C083EE1B05}" type="parTrans" cxnId="{61170C7C-1F94-48F5-A65D-BF57971288AA}">
      <dgm:prSet/>
      <dgm:spPr/>
      <dgm:t>
        <a:bodyPr/>
        <a:lstStyle/>
        <a:p>
          <a:pPr latinLnBrk="1"/>
          <a:endParaRPr lang="ko-KR" altLang="en-US"/>
        </a:p>
      </dgm:t>
    </dgm:pt>
    <dgm:pt modelId="{D59547F5-7244-4A9B-B326-3B449160C596}" type="sibTrans" cxnId="{61170C7C-1F94-48F5-A65D-BF57971288AA}">
      <dgm:prSet/>
      <dgm:spPr/>
      <dgm:t>
        <a:bodyPr/>
        <a:lstStyle/>
        <a:p>
          <a:pPr latinLnBrk="1"/>
          <a:endParaRPr lang="ko-KR" altLang="en-US"/>
        </a:p>
      </dgm:t>
    </dgm:pt>
    <dgm:pt modelId="{C6C2B957-1A19-4451-8ADC-E0E8F01341D0}" type="pres">
      <dgm:prSet presAssocID="{AFCBB05F-55F0-452F-B9DA-B40FD5AECC7A}" presName="diagram" presStyleCnt="0">
        <dgm:presLayoutVars>
          <dgm:dir/>
          <dgm:resizeHandles val="exact"/>
        </dgm:presLayoutVars>
      </dgm:prSet>
      <dgm:spPr/>
    </dgm:pt>
    <dgm:pt modelId="{C79A7E3E-F77D-472F-9B92-FA7E2D2C91ED}" type="pres">
      <dgm:prSet presAssocID="{75DC26DC-E6DD-4501-A110-592BF56468CC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9BAF63F-8573-4E4D-A161-B86E9F15F6D9}" type="pres">
      <dgm:prSet presAssocID="{1CDCE2AF-287E-4B92-A4E1-D29B10E0F368}" presName="sibTrans" presStyleLbl="sibTrans2D1" presStyleIdx="0" presStyleCnt="5"/>
      <dgm:spPr/>
    </dgm:pt>
    <dgm:pt modelId="{CD6398B7-672D-4195-86B2-829D7269F46A}" type="pres">
      <dgm:prSet presAssocID="{1CDCE2AF-287E-4B92-A4E1-D29B10E0F368}" presName="connectorText" presStyleLbl="sibTrans2D1" presStyleIdx="0" presStyleCnt="5"/>
      <dgm:spPr/>
    </dgm:pt>
    <dgm:pt modelId="{C64EA11F-0C11-4FEB-B7E7-613554BA378A}" type="pres">
      <dgm:prSet presAssocID="{56A120FD-A76E-455E-BDE0-F8C253260F23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D9C6639-2B3A-4DB4-A5B8-107FF967344C}" type="pres">
      <dgm:prSet presAssocID="{5407981C-9CBD-47C8-B5F9-2AE664D56BF7}" presName="sibTrans" presStyleLbl="sibTrans2D1" presStyleIdx="1" presStyleCnt="5"/>
      <dgm:spPr/>
    </dgm:pt>
    <dgm:pt modelId="{470F976F-676F-4E84-9C66-7BCEA2494FA9}" type="pres">
      <dgm:prSet presAssocID="{5407981C-9CBD-47C8-B5F9-2AE664D56BF7}" presName="connectorText" presStyleLbl="sibTrans2D1" presStyleIdx="1" presStyleCnt="5"/>
      <dgm:spPr/>
    </dgm:pt>
    <dgm:pt modelId="{B33BF5FA-29E3-4E25-83B1-CEE8E903ABB8}" type="pres">
      <dgm:prSet presAssocID="{BBF0C017-43AF-4F50-997C-74EB1C7114FA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2E2FF58-E23E-4DA8-8D4F-CCBF657F671C}" type="pres">
      <dgm:prSet presAssocID="{A87087BB-6232-46BA-AD88-821C15117D7E}" presName="sibTrans" presStyleLbl="sibTrans2D1" presStyleIdx="2" presStyleCnt="5"/>
      <dgm:spPr/>
    </dgm:pt>
    <dgm:pt modelId="{98FEDB83-C11F-4A73-88D6-7D2AD93728D7}" type="pres">
      <dgm:prSet presAssocID="{A87087BB-6232-46BA-AD88-821C15117D7E}" presName="connectorText" presStyleLbl="sibTrans2D1" presStyleIdx="2" presStyleCnt="5"/>
      <dgm:spPr/>
    </dgm:pt>
    <dgm:pt modelId="{98DFBA48-F1C8-43A4-9D8A-D71D7BF19BF1}" type="pres">
      <dgm:prSet presAssocID="{FA834A4D-6896-47EE-8C01-3F0018C71817}" presName="node" presStyleLbl="node1" presStyleIdx="3" presStyleCnt="6">
        <dgm:presLayoutVars>
          <dgm:bulletEnabled val="1"/>
        </dgm:presLayoutVars>
      </dgm:prSet>
      <dgm:spPr/>
    </dgm:pt>
    <dgm:pt modelId="{BFA1E9BF-A29B-46C3-857F-BD887039BCA6}" type="pres">
      <dgm:prSet presAssocID="{8841A629-125B-486C-BC09-0A62F5FAEDBB}" presName="sibTrans" presStyleLbl="sibTrans2D1" presStyleIdx="3" presStyleCnt="5"/>
      <dgm:spPr/>
    </dgm:pt>
    <dgm:pt modelId="{3934F81F-90E7-4F4D-B356-CDA5835CB2EF}" type="pres">
      <dgm:prSet presAssocID="{8841A629-125B-486C-BC09-0A62F5FAEDBB}" presName="connectorText" presStyleLbl="sibTrans2D1" presStyleIdx="3" presStyleCnt="5"/>
      <dgm:spPr/>
    </dgm:pt>
    <dgm:pt modelId="{292EFBAB-9A28-4E7F-BCD6-A348F14B533C}" type="pres">
      <dgm:prSet presAssocID="{9BAE6EC0-0975-490E-AD80-132D713B59D2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5B20DE4-D318-46CD-9047-0F0686129FA1}" type="pres">
      <dgm:prSet presAssocID="{E959B469-2D56-4BE7-BA9E-B41B0A53C504}" presName="sibTrans" presStyleLbl="sibTrans2D1" presStyleIdx="4" presStyleCnt="5"/>
      <dgm:spPr/>
    </dgm:pt>
    <dgm:pt modelId="{2F321B16-687B-4AAA-B104-E1A55EAC49D4}" type="pres">
      <dgm:prSet presAssocID="{E959B469-2D56-4BE7-BA9E-B41B0A53C504}" presName="connectorText" presStyleLbl="sibTrans2D1" presStyleIdx="4" presStyleCnt="5"/>
      <dgm:spPr/>
    </dgm:pt>
    <dgm:pt modelId="{1779700B-F657-4DE6-BABE-1235B373803C}" type="pres">
      <dgm:prSet presAssocID="{FA3D5D3E-C3E8-4B88-ACFC-5530B0C7BA04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F2513DD2-C687-47D7-A89F-3434FCA4256A}" type="presOf" srcId="{FA3D5D3E-C3E8-4B88-ACFC-5530B0C7BA04}" destId="{1779700B-F657-4DE6-BABE-1235B373803C}" srcOrd="0" destOrd="0" presId="urn:microsoft.com/office/officeart/2005/8/layout/process5"/>
    <dgm:cxn modelId="{32062737-FAB3-4EBF-AFB3-F3FF89904AAB}" type="presOf" srcId="{9BAE6EC0-0975-490E-AD80-132D713B59D2}" destId="{292EFBAB-9A28-4E7F-BCD6-A348F14B533C}" srcOrd="0" destOrd="0" presId="urn:microsoft.com/office/officeart/2005/8/layout/process5"/>
    <dgm:cxn modelId="{34A3644A-66D8-49B2-BBF3-119CA17796B4}" srcId="{AFCBB05F-55F0-452F-B9DA-B40FD5AECC7A}" destId="{56A120FD-A76E-455E-BDE0-F8C253260F23}" srcOrd="1" destOrd="0" parTransId="{55BA642B-F7FA-4E87-8754-6B980C103B13}" sibTransId="{5407981C-9CBD-47C8-B5F9-2AE664D56BF7}"/>
    <dgm:cxn modelId="{FE10C150-7B2C-4772-831A-061A0ABAF80A}" srcId="{AFCBB05F-55F0-452F-B9DA-B40FD5AECC7A}" destId="{FA834A4D-6896-47EE-8C01-3F0018C71817}" srcOrd="3" destOrd="0" parTransId="{E867D54F-3542-4A7F-9D23-7213C3843683}" sibTransId="{8841A629-125B-486C-BC09-0A62F5FAEDBB}"/>
    <dgm:cxn modelId="{60891208-8DE4-4F7A-97A8-4E4DEADFFC33}" type="presOf" srcId="{AFCBB05F-55F0-452F-B9DA-B40FD5AECC7A}" destId="{C6C2B957-1A19-4451-8ADC-E0E8F01341D0}" srcOrd="0" destOrd="0" presId="urn:microsoft.com/office/officeart/2005/8/layout/process5"/>
    <dgm:cxn modelId="{75E11426-5869-4914-AEBC-BE18460B5B84}" type="presOf" srcId="{1CDCE2AF-287E-4B92-A4E1-D29B10E0F368}" destId="{CD6398B7-672D-4195-86B2-829D7269F46A}" srcOrd="1" destOrd="0" presId="urn:microsoft.com/office/officeart/2005/8/layout/process5"/>
    <dgm:cxn modelId="{DFCFF6B3-17ED-4D7F-9F3B-936A016B2A1A}" type="presOf" srcId="{1CDCE2AF-287E-4B92-A4E1-D29B10E0F368}" destId="{19BAF63F-8573-4E4D-A161-B86E9F15F6D9}" srcOrd="0" destOrd="0" presId="urn:microsoft.com/office/officeart/2005/8/layout/process5"/>
    <dgm:cxn modelId="{EDEBE1C5-3E79-432B-8520-DED13C0B16B3}" type="presOf" srcId="{FA834A4D-6896-47EE-8C01-3F0018C71817}" destId="{98DFBA48-F1C8-43A4-9D8A-D71D7BF19BF1}" srcOrd="0" destOrd="0" presId="urn:microsoft.com/office/officeart/2005/8/layout/process5"/>
    <dgm:cxn modelId="{FCD1A902-4768-48F6-A8E5-7F5CFF871306}" srcId="{AFCBB05F-55F0-452F-B9DA-B40FD5AECC7A}" destId="{BBF0C017-43AF-4F50-997C-74EB1C7114FA}" srcOrd="2" destOrd="0" parTransId="{E13CFDB9-6F5F-4150-AB8A-94BDDBF0F226}" sibTransId="{A87087BB-6232-46BA-AD88-821C15117D7E}"/>
    <dgm:cxn modelId="{F0F53584-6248-4A55-8F3C-78EF7635E383}" type="presOf" srcId="{75DC26DC-E6DD-4501-A110-592BF56468CC}" destId="{C79A7E3E-F77D-472F-9B92-FA7E2D2C91ED}" srcOrd="0" destOrd="0" presId="urn:microsoft.com/office/officeart/2005/8/layout/process5"/>
    <dgm:cxn modelId="{4565F58B-2050-4228-9F6D-1528E81B4A65}" type="presOf" srcId="{5407981C-9CBD-47C8-B5F9-2AE664D56BF7}" destId="{470F976F-676F-4E84-9C66-7BCEA2494FA9}" srcOrd="1" destOrd="0" presId="urn:microsoft.com/office/officeart/2005/8/layout/process5"/>
    <dgm:cxn modelId="{DB3BF10D-F945-47FF-9FEE-0A43E93D8FC6}" type="presOf" srcId="{A87087BB-6232-46BA-AD88-821C15117D7E}" destId="{98FEDB83-C11F-4A73-88D6-7D2AD93728D7}" srcOrd="1" destOrd="0" presId="urn:microsoft.com/office/officeart/2005/8/layout/process5"/>
    <dgm:cxn modelId="{CADF9510-3C71-4439-98E4-24AC27DD1319}" srcId="{AFCBB05F-55F0-452F-B9DA-B40FD5AECC7A}" destId="{9BAE6EC0-0975-490E-AD80-132D713B59D2}" srcOrd="4" destOrd="0" parTransId="{1E1EA66A-D7CB-4A23-8F54-59078B9F0CED}" sibTransId="{E959B469-2D56-4BE7-BA9E-B41B0A53C504}"/>
    <dgm:cxn modelId="{0AF9F4EE-97FF-4FA1-A951-F8016AEAB87C}" type="presOf" srcId="{A87087BB-6232-46BA-AD88-821C15117D7E}" destId="{62E2FF58-E23E-4DA8-8D4F-CCBF657F671C}" srcOrd="0" destOrd="0" presId="urn:microsoft.com/office/officeart/2005/8/layout/process5"/>
    <dgm:cxn modelId="{3E849A74-75B5-4888-B557-1C103F75B98E}" type="presOf" srcId="{5407981C-9CBD-47C8-B5F9-2AE664D56BF7}" destId="{2D9C6639-2B3A-4DB4-A5B8-107FF967344C}" srcOrd="0" destOrd="0" presId="urn:microsoft.com/office/officeart/2005/8/layout/process5"/>
    <dgm:cxn modelId="{FE1EC08E-3D93-4501-86EA-E5EE6F2EF8D5}" type="presOf" srcId="{8841A629-125B-486C-BC09-0A62F5FAEDBB}" destId="{3934F81F-90E7-4F4D-B356-CDA5835CB2EF}" srcOrd="1" destOrd="0" presId="urn:microsoft.com/office/officeart/2005/8/layout/process5"/>
    <dgm:cxn modelId="{82360030-129E-4005-B0D6-0493D2DA2649}" type="presOf" srcId="{E959B469-2D56-4BE7-BA9E-B41B0A53C504}" destId="{2F321B16-687B-4AAA-B104-E1A55EAC49D4}" srcOrd="1" destOrd="0" presId="urn:microsoft.com/office/officeart/2005/8/layout/process5"/>
    <dgm:cxn modelId="{C57AB489-7A4B-43EE-830B-6F0FF8841CDF}" type="presOf" srcId="{BBF0C017-43AF-4F50-997C-74EB1C7114FA}" destId="{B33BF5FA-29E3-4E25-83B1-CEE8E903ABB8}" srcOrd="0" destOrd="0" presId="urn:microsoft.com/office/officeart/2005/8/layout/process5"/>
    <dgm:cxn modelId="{4F4A6A42-87FE-4773-9183-232AB8B20BC1}" type="presOf" srcId="{E959B469-2D56-4BE7-BA9E-B41B0A53C504}" destId="{F5B20DE4-D318-46CD-9047-0F0686129FA1}" srcOrd="0" destOrd="0" presId="urn:microsoft.com/office/officeart/2005/8/layout/process5"/>
    <dgm:cxn modelId="{44724A84-4D15-4F73-981D-B718F69368DB}" type="presOf" srcId="{56A120FD-A76E-455E-BDE0-F8C253260F23}" destId="{C64EA11F-0C11-4FEB-B7E7-613554BA378A}" srcOrd="0" destOrd="0" presId="urn:microsoft.com/office/officeart/2005/8/layout/process5"/>
    <dgm:cxn modelId="{336481BE-A20C-468B-9382-81097A69E08E}" type="presOf" srcId="{8841A629-125B-486C-BC09-0A62F5FAEDBB}" destId="{BFA1E9BF-A29B-46C3-857F-BD887039BCA6}" srcOrd="0" destOrd="0" presId="urn:microsoft.com/office/officeart/2005/8/layout/process5"/>
    <dgm:cxn modelId="{61170C7C-1F94-48F5-A65D-BF57971288AA}" srcId="{AFCBB05F-55F0-452F-B9DA-B40FD5AECC7A}" destId="{FA3D5D3E-C3E8-4B88-ACFC-5530B0C7BA04}" srcOrd="5" destOrd="0" parTransId="{E93BE51F-ADE8-4FB9-86EC-15C083EE1B05}" sibTransId="{D59547F5-7244-4A9B-B326-3B449160C596}"/>
    <dgm:cxn modelId="{E0AD2B80-E253-47AC-8DCA-6AD1575C0F73}" srcId="{AFCBB05F-55F0-452F-B9DA-B40FD5AECC7A}" destId="{75DC26DC-E6DD-4501-A110-592BF56468CC}" srcOrd="0" destOrd="0" parTransId="{B6167C4C-3DC2-496C-A84C-83DCE5D72BF8}" sibTransId="{1CDCE2AF-287E-4B92-A4E1-D29B10E0F368}"/>
    <dgm:cxn modelId="{FDB40D01-D1AB-461F-B4AC-A90CC99F459F}" type="presParOf" srcId="{C6C2B957-1A19-4451-8ADC-E0E8F01341D0}" destId="{C79A7E3E-F77D-472F-9B92-FA7E2D2C91ED}" srcOrd="0" destOrd="0" presId="urn:microsoft.com/office/officeart/2005/8/layout/process5"/>
    <dgm:cxn modelId="{A76139B3-560D-49B4-B136-1106A804AB25}" type="presParOf" srcId="{C6C2B957-1A19-4451-8ADC-E0E8F01341D0}" destId="{19BAF63F-8573-4E4D-A161-B86E9F15F6D9}" srcOrd="1" destOrd="0" presId="urn:microsoft.com/office/officeart/2005/8/layout/process5"/>
    <dgm:cxn modelId="{E7D15891-B69B-4136-8C9B-32E1E0C4BC95}" type="presParOf" srcId="{19BAF63F-8573-4E4D-A161-B86E9F15F6D9}" destId="{CD6398B7-672D-4195-86B2-829D7269F46A}" srcOrd="0" destOrd="0" presId="urn:microsoft.com/office/officeart/2005/8/layout/process5"/>
    <dgm:cxn modelId="{14418319-B996-4657-8FC1-B6B120C070C4}" type="presParOf" srcId="{C6C2B957-1A19-4451-8ADC-E0E8F01341D0}" destId="{C64EA11F-0C11-4FEB-B7E7-613554BA378A}" srcOrd="2" destOrd="0" presId="urn:microsoft.com/office/officeart/2005/8/layout/process5"/>
    <dgm:cxn modelId="{9E6F9891-1CF6-4CDA-BC2B-B35DDA67B6F9}" type="presParOf" srcId="{C6C2B957-1A19-4451-8ADC-E0E8F01341D0}" destId="{2D9C6639-2B3A-4DB4-A5B8-107FF967344C}" srcOrd="3" destOrd="0" presId="urn:microsoft.com/office/officeart/2005/8/layout/process5"/>
    <dgm:cxn modelId="{5609E7FE-BE31-410D-BFA2-EA047040F00F}" type="presParOf" srcId="{2D9C6639-2B3A-4DB4-A5B8-107FF967344C}" destId="{470F976F-676F-4E84-9C66-7BCEA2494FA9}" srcOrd="0" destOrd="0" presId="urn:microsoft.com/office/officeart/2005/8/layout/process5"/>
    <dgm:cxn modelId="{4A50EA27-73CA-4CEC-BDD1-E0039E8A3B51}" type="presParOf" srcId="{C6C2B957-1A19-4451-8ADC-E0E8F01341D0}" destId="{B33BF5FA-29E3-4E25-83B1-CEE8E903ABB8}" srcOrd="4" destOrd="0" presId="urn:microsoft.com/office/officeart/2005/8/layout/process5"/>
    <dgm:cxn modelId="{BD999ADC-D884-40EB-94EA-9BC613854CA0}" type="presParOf" srcId="{C6C2B957-1A19-4451-8ADC-E0E8F01341D0}" destId="{62E2FF58-E23E-4DA8-8D4F-CCBF657F671C}" srcOrd="5" destOrd="0" presId="urn:microsoft.com/office/officeart/2005/8/layout/process5"/>
    <dgm:cxn modelId="{336FC23A-EA5A-436E-A363-ACB317DBD44E}" type="presParOf" srcId="{62E2FF58-E23E-4DA8-8D4F-CCBF657F671C}" destId="{98FEDB83-C11F-4A73-88D6-7D2AD93728D7}" srcOrd="0" destOrd="0" presId="urn:microsoft.com/office/officeart/2005/8/layout/process5"/>
    <dgm:cxn modelId="{22AF0CCF-5F49-44C0-8B59-32F15D944487}" type="presParOf" srcId="{C6C2B957-1A19-4451-8ADC-E0E8F01341D0}" destId="{98DFBA48-F1C8-43A4-9D8A-D71D7BF19BF1}" srcOrd="6" destOrd="0" presId="urn:microsoft.com/office/officeart/2005/8/layout/process5"/>
    <dgm:cxn modelId="{B6A1FDEA-674C-49E4-B7F5-D7E0D49C32AB}" type="presParOf" srcId="{C6C2B957-1A19-4451-8ADC-E0E8F01341D0}" destId="{BFA1E9BF-A29B-46C3-857F-BD887039BCA6}" srcOrd="7" destOrd="0" presId="urn:microsoft.com/office/officeart/2005/8/layout/process5"/>
    <dgm:cxn modelId="{8CDFBFD8-0528-4EB8-B28C-17C280A0716D}" type="presParOf" srcId="{BFA1E9BF-A29B-46C3-857F-BD887039BCA6}" destId="{3934F81F-90E7-4F4D-B356-CDA5835CB2EF}" srcOrd="0" destOrd="0" presId="urn:microsoft.com/office/officeart/2005/8/layout/process5"/>
    <dgm:cxn modelId="{3266B837-2A3C-459F-8D3D-53F2AAB8386F}" type="presParOf" srcId="{C6C2B957-1A19-4451-8ADC-E0E8F01341D0}" destId="{292EFBAB-9A28-4E7F-BCD6-A348F14B533C}" srcOrd="8" destOrd="0" presId="urn:microsoft.com/office/officeart/2005/8/layout/process5"/>
    <dgm:cxn modelId="{24E87D4F-DB36-4882-9721-C8D25ABFB4BB}" type="presParOf" srcId="{C6C2B957-1A19-4451-8ADC-E0E8F01341D0}" destId="{F5B20DE4-D318-46CD-9047-0F0686129FA1}" srcOrd="9" destOrd="0" presId="urn:microsoft.com/office/officeart/2005/8/layout/process5"/>
    <dgm:cxn modelId="{0A0F7F4E-E62E-4377-A73D-A911B85BE457}" type="presParOf" srcId="{F5B20DE4-D318-46CD-9047-0F0686129FA1}" destId="{2F321B16-687B-4AAA-B104-E1A55EAC49D4}" srcOrd="0" destOrd="0" presId="urn:microsoft.com/office/officeart/2005/8/layout/process5"/>
    <dgm:cxn modelId="{C9895BA9-F07D-4417-9E42-789A4EEF0DF2}" type="presParOf" srcId="{C6C2B957-1A19-4451-8ADC-E0E8F01341D0}" destId="{1779700B-F657-4DE6-BABE-1235B373803C}" srcOrd="10" destOrd="0" presId="urn:microsoft.com/office/officeart/2005/8/layout/process5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CC5E3D5-DB62-44D0-A6E0-6043E3D4E113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7E6B10-55B5-465C-98A9-A1A92481B2D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E3D5-DB62-44D0-A6E0-6043E3D4E113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77E6B10-55B5-465C-98A9-A1A92481B2D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E3D5-DB62-44D0-A6E0-6043E3D4E113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77E6B10-55B5-465C-98A9-A1A92481B2D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CC5E3D5-DB62-44D0-A6E0-6043E3D4E113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77E6B10-55B5-465C-98A9-A1A92481B2D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CC5E3D5-DB62-44D0-A6E0-6043E3D4E113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77E6B10-55B5-465C-98A9-A1A92481B2D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E3D5-DB62-44D0-A6E0-6043E3D4E113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77E6B10-55B5-465C-98A9-A1A92481B2D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E3D5-DB62-44D0-A6E0-6043E3D4E113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7E6B10-55B5-465C-98A9-A1A92481B2D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E3D5-DB62-44D0-A6E0-6043E3D4E113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77E6B10-55B5-465C-98A9-A1A92481B2D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2CC5E3D5-DB62-44D0-A6E0-6043E3D4E113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77E6B10-55B5-465C-98A9-A1A92481B2D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E3D5-DB62-44D0-A6E0-6043E3D4E113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6B10-55B5-465C-98A9-A1A92481B2D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2CC5E3D5-DB62-44D0-A6E0-6043E3D4E113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77E6B10-55B5-465C-98A9-A1A92481B2D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CC5E3D5-DB62-44D0-A6E0-6043E3D4E113}" type="datetimeFigureOut">
              <a:rPr lang="ko-KR" altLang="en-US" smtClean="0"/>
              <a:t>2008-11-14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77E6B10-55B5-465C-98A9-A1A92481B2D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9600" dirty="0" err="1" smtClean="0"/>
              <a:t>목표추적로보</a:t>
            </a:r>
            <a:r>
              <a:rPr lang="ko-KR" altLang="en-US" sz="9600" dirty="0" err="1" smtClean="0"/>
              <a:t>트</a:t>
            </a:r>
            <a:endParaRPr lang="ko-KR" altLang="en-US" sz="96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MR 08</a:t>
            </a:r>
            <a:r>
              <a:rPr lang="ko-KR" altLang="en-US" dirty="0" smtClean="0"/>
              <a:t>학번 최종원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기본 로봇 설명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제작 과정</a:t>
            </a:r>
            <a:r>
              <a:rPr lang="en-US" altLang="ko-KR" dirty="0" smtClean="0"/>
              <a:t> : </a:t>
            </a:r>
            <a:r>
              <a:rPr lang="ko-KR" altLang="en-US" dirty="0" smtClean="0"/>
              <a:t>발신부 </a:t>
            </a:r>
            <a:r>
              <a:rPr lang="en-US" altLang="ko-KR" dirty="0" smtClean="0"/>
              <a:t>- 1</a:t>
            </a:r>
            <a:endParaRPr lang="ko-KR" altLang="en-US" dirty="0"/>
          </a:p>
        </p:txBody>
      </p:sp>
      <p:graphicFrame>
        <p:nvGraphicFramePr>
          <p:cNvPr id="8" name="내용 개체 틀 7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아래쪽 화살표 8"/>
          <p:cNvSpPr/>
          <p:nvPr/>
        </p:nvSpPr>
        <p:spPr>
          <a:xfrm>
            <a:off x="7643834" y="5643578"/>
            <a:ext cx="1000132" cy="928694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제작 과정</a:t>
            </a:r>
            <a:r>
              <a:rPr lang="en-US" altLang="ko-KR" dirty="0" smtClean="0"/>
              <a:t> : </a:t>
            </a:r>
            <a:r>
              <a:rPr lang="ko-KR" altLang="en-US" dirty="0" smtClean="0"/>
              <a:t>발신부 </a:t>
            </a:r>
            <a:r>
              <a:rPr lang="en-US" altLang="ko-KR" dirty="0" smtClean="0"/>
              <a:t>- 2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아래쪽 화살표 4"/>
          <p:cNvSpPr/>
          <p:nvPr/>
        </p:nvSpPr>
        <p:spPr>
          <a:xfrm>
            <a:off x="7643834" y="5643578"/>
            <a:ext cx="1000132" cy="928694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제작 과정</a:t>
            </a:r>
            <a:r>
              <a:rPr lang="en-US" altLang="ko-KR" dirty="0" smtClean="0"/>
              <a:t> : </a:t>
            </a:r>
            <a:r>
              <a:rPr lang="ko-KR" altLang="en-US" dirty="0" smtClean="0"/>
              <a:t>발신부 </a:t>
            </a:r>
            <a:r>
              <a:rPr lang="en-US" altLang="ko-KR" dirty="0" smtClean="0"/>
              <a:t>- 3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대각선 줄무늬 6"/>
          <p:cNvSpPr/>
          <p:nvPr/>
        </p:nvSpPr>
        <p:spPr>
          <a:xfrm>
            <a:off x="8215338" y="5500702"/>
            <a:ext cx="1143008" cy="1071570"/>
          </a:xfrm>
          <a:prstGeom prst="diagStrip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제작 과정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수신부 </a:t>
            </a:r>
            <a:r>
              <a:rPr lang="en-US" altLang="ko-KR" dirty="0" smtClean="0"/>
              <a:t>- 1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아래쪽 화살표 6"/>
          <p:cNvSpPr/>
          <p:nvPr/>
        </p:nvSpPr>
        <p:spPr>
          <a:xfrm>
            <a:off x="7643834" y="5643578"/>
            <a:ext cx="1000132" cy="928694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제작 과정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수신부 </a:t>
            </a:r>
            <a:r>
              <a:rPr lang="en-US" altLang="ko-KR" dirty="0" smtClean="0"/>
              <a:t>- 2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아래쪽 화살표 3"/>
          <p:cNvSpPr/>
          <p:nvPr/>
        </p:nvSpPr>
        <p:spPr>
          <a:xfrm>
            <a:off x="7643834" y="5643578"/>
            <a:ext cx="1000132" cy="928694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제작 과정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수신부 </a:t>
            </a:r>
            <a:r>
              <a:rPr lang="en-US" altLang="ko-KR" dirty="0" smtClean="0"/>
              <a:t>- 3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대각선 줄무늬 3"/>
          <p:cNvSpPr/>
          <p:nvPr/>
        </p:nvSpPr>
        <p:spPr>
          <a:xfrm>
            <a:off x="8215338" y="5500702"/>
            <a:ext cx="1143008" cy="1071570"/>
          </a:xfrm>
          <a:prstGeom prst="diagStrip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작동 구조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발신부</a:t>
            </a:r>
            <a:endParaRPr lang="ko-KR" altLang="en-US" dirty="0"/>
          </a:p>
        </p:txBody>
      </p:sp>
      <p:graphicFrame>
        <p:nvGraphicFramePr>
          <p:cNvPr id="12" name="내용 개체 틀 11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작동 구조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수</a:t>
            </a:r>
            <a:r>
              <a:rPr lang="ko-KR" altLang="en-US" dirty="0" smtClean="0"/>
              <a:t>신부</a:t>
            </a:r>
            <a:endParaRPr lang="ko-KR" altLang="en-US" dirty="0"/>
          </a:p>
        </p:txBody>
      </p:sp>
      <p:graphicFrame>
        <p:nvGraphicFramePr>
          <p:cNvPr id="12" name="내용 개체 틀 11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발신부 모터 구동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smtClean="0"/>
              <a:t>예기치 않은 간편함</a:t>
            </a:r>
            <a:endParaRPr lang="en-US" altLang="ko-KR" dirty="0" smtClean="0"/>
          </a:p>
          <a:p>
            <a:r>
              <a:rPr lang="ko-KR" altLang="en-US" dirty="0" smtClean="0"/>
              <a:t>자동으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PWM</a:t>
            </a:r>
            <a:r>
              <a:rPr lang="ko-KR" altLang="en-US" dirty="0" smtClean="0"/>
              <a:t>을 생성</a:t>
            </a:r>
            <a:endParaRPr lang="en-US" altLang="ko-KR" dirty="0" smtClean="0"/>
          </a:p>
          <a:p>
            <a:endParaRPr lang="ko-KR" altLang="en-US" dirty="0"/>
          </a:p>
        </p:txBody>
      </p:sp>
      <p:grpSp>
        <p:nvGrpSpPr>
          <p:cNvPr id="14" name="그룹 13"/>
          <p:cNvGrpSpPr/>
          <p:nvPr/>
        </p:nvGrpSpPr>
        <p:grpSpPr>
          <a:xfrm>
            <a:off x="214282" y="3071810"/>
            <a:ext cx="8715436" cy="1643074"/>
            <a:chOff x="214282" y="3071810"/>
            <a:chExt cx="8715436" cy="1643074"/>
          </a:xfrm>
        </p:grpSpPr>
        <p:cxnSp>
          <p:nvCxnSpPr>
            <p:cNvPr id="7" name="구부러진 연결선 6"/>
            <p:cNvCxnSpPr/>
            <p:nvPr/>
          </p:nvCxnSpPr>
          <p:spPr>
            <a:xfrm flipV="1">
              <a:off x="214282" y="3071810"/>
              <a:ext cx="2214578" cy="1500198"/>
            </a:xfrm>
            <a:prstGeom prst="curvedConnector3">
              <a:avLst>
                <a:gd name="adj1" fmla="val 50000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구부러진 연결선 8"/>
            <p:cNvCxnSpPr/>
            <p:nvPr/>
          </p:nvCxnSpPr>
          <p:spPr>
            <a:xfrm>
              <a:off x="2428860" y="3071810"/>
              <a:ext cx="2214578" cy="1571636"/>
            </a:xfrm>
            <a:prstGeom prst="curvedConnector3">
              <a:avLst>
                <a:gd name="adj1" fmla="val 50000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구부러진 연결선 9"/>
            <p:cNvCxnSpPr/>
            <p:nvPr/>
          </p:nvCxnSpPr>
          <p:spPr>
            <a:xfrm flipV="1">
              <a:off x="4643438" y="3143248"/>
              <a:ext cx="2214578" cy="1500198"/>
            </a:xfrm>
            <a:prstGeom prst="curvedConnector3">
              <a:avLst>
                <a:gd name="adj1" fmla="val 50000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구부러진 연결선 10"/>
            <p:cNvCxnSpPr/>
            <p:nvPr/>
          </p:nvCxnSpPr>
          <p:spPr>
            <a:xfrm>
              <a:off x="6715140" y="3143248"/>
              <a:ext cx="2214578" cy="1571636"/>
            </a:xfrm>
            <a:prstGeom prst="curvedConnector3">
              <a:avLst>
                <a:gd name="adj1" fmla="val 50000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직선 연결선 12"/>
          <p:cNvCxnSpPr/>
          <p:nvPr/>
        </p:nvCxnSpPr>
        <p:spPr>
          <a:xfrm>
            <a:off x="285720" y="5286388"/>
            <a:ext cx="8643998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214282" y="3286124"/>
            <a:ext cx="8929718" cy="1588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0100" y="4143380"/>
            <a:ext cx="16145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mtClean="0">
                <a:solidFill>
                  <a:schemeClr val="accent1"/>
                </a:solidFill>
              </a:rPr>
              <a:t>입력된 전압</a:t>
            </a:r>
            <a:endParaRPr lang="ko-KR" altLang="en-US" sz="3200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71934" y="2786058"/>
            <a:ext cx="2109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rgbClr val="FF0000"/>
                </a:solidFill>
              </a:rPr>
              <a:t>칩 입력 임계 전압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43108" y="5357826"/>
            <a:ext cx="6591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0V</a:t>
            </a:r>
            <a:endParaRPr lang="ko-KR" altLang="en-US" sz="3200" dirty="0"/>
          </a:p>
        </p:txBody>
      </p:sp>
      <p:cxnSp>
        <p:nvCxnSpPr>
          <p:cNvPr id="21" name="꺾인 연결선 20"/>
          <p:cNvCxnSpPr/>
          <p:nvPr/>
        </p:nvCxnSpPr>
        <p:spPr>
          <a:xfrm flipV="1">
            <a:off x="285720" y="2643182"/>
            <a:ext cx="2786082" cy="2643206"/>
          </a:xfrm>
          <a:prstGeom prst="bentConnector3">
            <a:avLst>
              <a:gd name="adj1" fmla="val 50000"/>
            </a:avLst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/>
          <p:nvPr/>
        </p:nvCxnSpPr>
        <p:spPr>
          <a:xfrm>
            <a:off x="1785918" y="2643182"/>
            <a:ext cx="2786082" cy="2643206"/>
          </a:xfrm>
          <a:prstGeom prst="bentConnector3">
            <a:avLst>
              <a:gd name="adj1" fmla="val 50000"/>
            </a:avLst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/>
          <p:nvPr/>
        </p:nvCxnSpPr>
        <p:spPr>
          <a:xfrm flipV="1">
            <a:off x="4857752" y="2643182"/>
            <a:ext cx="2786082" cy="2643206"/>
          </a:xfrm>
          <a:prstGeom prst="bentConnector3">
            <a:avLst>
              <a:gd name="adj1" fmla="val 50000"/>
            </a:avLst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꺾인 연결선 30"/>
          <p:cNvCxnSpPr/>
          <p:nvPr/>
        </p:nvCxnSpPr>
        <p:spPr>
          <a:xfrm>
            <a:off x="6215074" y="2643182"/>
            <a:ext cx="2714644" cy="2643206"/>
          </a:xfrm>
          <a:prstGeom prst="bentConnector3">
            <a:avLst>
              <a:gd name="adj1" fmla="val 50000"/>
            </a:avLst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29388" y="2143116"/>
            <a:ext cx="1164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 smtClean="0">
                <a:solidFill>
                  <a:srgbClr val="FFC000"/>
                </a:solidFill>
              </a:rPr>
              <a:t>모터부</a:t>
            </a:r>
            <a:r>
              <a:rPr lang="ko-KR" altLang="en-US" sz="2800" dirty="0" smtClean="0">
                <a:solidFill>
                  <a:srgbClr val="FFC000"/>
                </a:solidFill>
              </a:rPr>
              <a:t> 출력</a:t>
            </a:r>
            <a:endParaRPr lang="ko-KR" altLang="en-US" sz="2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감사합니다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smtClean="0"/>
              <a:t>들어주셔서 감사합니다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질문 있으시면 질문해 주세요 </a:t>
            </a:r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추가 페이지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수신부 소스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while(1</a:t>
            </a:r>
            <a:r>
              <a:rPr lang="en-US" dirty="0" smtClean="0"/>
              <a:t>) {</a:t>
            </a:r>
            <a:br>
              <a:rPr lang="en-US" dirty="0" smtClean="0"/>
            </a:br>
            <a:r>
              <a:rPr lang="en-US" dirty="0" smtClean="0"/>
              <a:t> </a:t>
            </a:r>
            <a:r>
              <a:rPr lang="en-US" dirty="0" err="1" smtClean="0"/>
              <a:t>int</a:t>
            </a:r>
            <a:r>
              <a:rPr lang="en-US" dirty="0" smtClean="0"/>
              <a:t> sensor = </a:t>
            </a:r>
            <a:r>
              <a:rPr lang="en-US" dirty="0" err="1" smtClean="0"/>
              <a:t>inp</a:t>
            </a:r>
            <a:r>
              <a:rPr lang="en-US" dirty="0" smtClean="0"/>
              <a:t>(PINA);</a:t>
            </a:r>
            <a:br>
              <a:rPr lang="en-US" dirty="0" smtClean="0"/>
            </a:br>
            <a:r>
              <a:rPr lang="en-US" dirty="0" smtClean="0"/>
              <a:t>        </a:t>
            </a:r>
            <a:r>
              <a:rPr lang="en-US" dirty="0" err="1" smtClean="0"/>
              <a:t>cbi</a:t>
            </a:r>
            <a:r>
              <a:rPr lang="en-US" dirty="0" smtClean="0"/>
              <a:t>(PORTC,7);</a:t>
            </a:r>
            <a:br>
              <a:rPr lang="en-US" dirty="0" smtClean="0"/>
            </a:br>
            <a:r>
              <a:rPr lang="en-US" dirty="0" smtClean="0"/>
              <a:t>        </a:t>
            </a:r>
            <a:r>
              <a:rPr lang="en-US" dirty="0" err="1" smtClean="0"/>
              <a:t>cbi</a:t>
            </a:r>
            <a:r>
              <a:rPr lang="en-US" dirty="0" smtClean="0"/>
              <a:t>(PORTC,6);</a:t>
            </a:r>
            <a:br>
              <a:rPr lang="en-US" dirty="0" smtClean="0"/>
            </a:br>
            <a:r>
              <a:rPr lang="en-US" dirty="0" smtClean="0"/>
              <a:t>        </a:t>
            </a:r>
            <a:r>
              <a:rPr lang="en-US" dirty="0" err="1" smtClean="0"/>
              <a:t>cbi</a:t>
            </a:r>
            <a:r>
              <a:rPr lang="en-US" dirty="0" smtClean="0"/>
              <a:t>(PORTC,5);</a:t>
            </a:r>
            <a:br>
              <a:rPr lang="en-US" dirty="0" smtClean="0"/>
            </a:br>
            <a:r>
              <a:rPr lang="en-US" dirty="0" smtClean="0"/>
              <a:t>        </a:t>
            </a:r>
            <a:r>
              <a:rPr lang="en-US" dirty="0" err="1" smtClean="0"/>
              <a:t>cbi</a:t>
            </a:r>
            <a:r>
              <a:rPr lang="en-US" dirty="0" smtClean="0"/>
              <a:t>(PORTC,4);</a:t>
            </a:r>
            <a:br>
              <a:rPr lang="en-US" dirty="0" smtClean="0"/>
            </a:br>
            <a:r>
              <a:rPr lang="en-US" dirty="0" smtClean="0"/>
              <a:t>        if(sensor==1) {</a:t>
            </a:r>
            <a:br>
              <a:rPr lang="en-US" dirty="0" smtClean="0"/>
            </a:br>
            <a:r>
              <a:rPr lang="en-US" dirty="0" smtClean="0"/>
              <a:t>                </a:t>
            </a:r>
            <a:r>
              <a:rPr lang="en-US" dirty="0" err="1" smtClean="0"/>
              <a:t>sbi</a:t>
            </a:r>
            <a:r>
              <a:rPr lang="en-US" dirty="0" smtClean="0"/>
              <a:t>(PORTC,7);</a:t>
            </a:r>
            <a:br>
              <a:rPr lang="en-US" dirty="0" smtClean="0"/>
            </a:br>
            <a:r>
              <a:rPr lang="en-US" dirty="0" smtClean="0"/>
              <a:t>                </a:t>
            </a:r>
            <a:r>
              <a:rPr lang="en-US" dirty="0" err="1" smtClean="0"/>
              <a:t>sbi</a:t>
            </a:r>
            <a:r>
              <a:rPr lang="en-US" dirty="0" smtClean="0"/>
              <a:t>(PORTC,5);</a:t>
            </a:r>
            <a:br>
              <a:rPr lang="en-US" dirty="0" smtClean="0"/>
            </a:br>
            <a:r>
              <a:rPr lang="en-US" dirty="0" smtClean="0"/>
              <a:t>                while(sensor==1) count1++;</a:t>
            </a:r>
            <a:br>
              <a:rPr lang="en-US" dirty="0" smtClean="0"/>
            </a:br>
            <a:r>
              <a:rPr lang="en-US" dirty="0" smtClean="0"/>
              <a:t>                while(count1&gt;0) count1--;</a:t>
            </a:r>
          </a:p>
          <a:p>
            <a:r>
              <a:rPr lang="en-US" dirty="0" smtClean="0"/>
              <a:t>                }</a:t>
            </a:r>
            <a:br>
              <a:rPr lang="en-US" dirty="0" smtClean="0"/>
            </a:br>
            <a:r>
              <a:rPr lang="en-US" dirty="0" smtClean="0"/>
              <a:t>        if(sensor==2) {</a:t>
            </a:r>
            <a:br>
              <a:rPr lang="en-US" dirty="0" smtClean="0"/>
            </a:br>
            <a:r>
              <a:rPr lang="en-US" dirty="0" smtClean="0"/>
              <a:t>                </a:t>
            </a:r>
            <a:r>
              <a:rPr lang="en-US" dirty="0" err="1" smtClean="0"/>
              <a:t>sbi</a:t>
            </a:r>
            <a:r>
              <a:rPr lang="en-US" dirty="0" smtClean="0"/>
              <a:t>(PORTC,6);</a:t>
            </a:r>
            <a:br>
              <a:rPr lang="en-US" dirty="0" smtClean="0"/>
            </a:br>
            <a:r>
              <a:rPr lang="en-US" dirty="0" smtClean="0"/>
              <a:t>                </a:t>
            </a:r>
            <a:r>
              <a:rPr lang="en-US" dirty="0" err="1" smtClean="0"/>
              <a:t>sbi</a:t>
            </a:r>
            <a:r>
              <a:rPr lang="en-US" dirty="0" smtClean="0"/>
              <a:t>(PORTC,4);</a:t>
            </a:r>
            <a:br>
              <a:rPr lang="en-US" dirty="0" smtClean="0"/>
            </a:br>
            <a:r>
              <a:rPr lang="en-US" dirty="0" smtClean="0"/>
              <a:t>                while(sensor==2) count2++;</a:t>
            </a:r>
            <a:br>
              <a:rPr lang="en-US" dirty="0" smtClean="0"/>
            </a:br>
            <a:r>
              <a:rPr lang="en-US" dirty="0" smtClean="0"/>
              <a:t>                while(count2&gt;0) count2--;</a:t>
            </a:r>
          </a:p>
          <a:p>
            <a:r>
              <a:rPr lang="en-US" dirty="0" smtClean="0"/>
              <a:t>        }</a:t>
            </a:r>
          </a:p>
          <a:p>
            <a:r>
              <a:rPr lang="en-US" dirty="0" smtClean="0"/>
              <a:t> </a:t>
            </a:r>
            <a:r>
              <a:rPr lang="en-US" dirty="0" smtClean="0"/>
              <a:t>}</a:t>
            </a:r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추가 페이지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수신부 회로</a:t>
            </a:r>
            <a:endParaRPr lang="ko-KR" altLang="en-US" dirty="0"/>
          </a:p>
        </p:txBody>
      </p:sp>
      <p:pic>
        <p:nvPicPr>
          <p:cNvPr id="4" name="내용 개체 틀 3" descr="1.bmp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42910" y="2500306"/>
            <a:ext cx="7742705" cy="3071834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추가 페이지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발신부 회로</a:t>
            </a:r>
            <a:endParaRPr lang="ko-KR" altLang="en-US" dirty="0"/>
          </a:p>
        </p:txBody>
      </p:sp>
      <p:pic>
        <p:nvPicPr>
          <p:cNvPr id="4" name="내용 개체 틀 3" descr="2.bmp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285984" y="2000240"/>
            <a:ext cx="5000660" cy="4286280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60</TotalTime>
  <Words>239</Words>
  <Application>Microsoft Office PowerPoint</Application>
  <PresentationFormat>화면 슬라이드 쇼(4:3)</PresentationFormat>
  <Paragraphs>65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가을</vt:lpstr>
      <vt:lpstr>목표추적로보트</vt:lpstr>
      <vt:lpstr>기본 로봇 설명</vt:lpstr>
      <vt:lpstr>제작 과정 : 발신부 - 1</vt:lpstr>
      <vt:lpstr>제작 과정 : 발신부 - 2</vt:lpstr>
      <vt:lpstr>제작 과정 : 발신부 - 3</vt:lpstr>
      <vt:lpstr>제작 과정 : 수신부 - 1</vt:lpstr>
      <vt:lpstr>제작 과정 : 수신부 - 2</vt:lpstr>
      <vt:lpstr>제작 과정 : 수신부 - 3</vt:lpstr>
      <vt:lpstr>작동 구조 : 발신부</vt:lpstr>
      <vt:lpstr>작동 구조 : 수신부</vt:lpstr>
      <vt:lpstr>발신부 모터 구동</vt:lpstr>
      <vt:lpstr>감사합니다.</vt:lpstr>
      <vt:lpstr>추가 페이지 : 수신부 소스 </vt:lpstr>
      <vt:lpstr>추가 페이지 : 수신부 회로</vt:lpstr>
      <vt:lpstr>추가 페이지 : 발신부 회로</vt:lpstr>
    </vt:vector>
  </TitlesOfParts>
  <Company>NEX Edition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목표추적로보트</dc:title>
  <dc:creator>Digital NEX</dc:creator>
  <cp:lastModifiedBy>Digital NEX</cp:lastModifiedBy>
  <cp:revision>7</cp:revision>
  <dcterms:created xsi:type="dcterms:W3CDTF">2008-11-14T12:56:24Z</dcterms:created>
  <dcterms:modified xsi:type="dcterms:W3CDTF">2008-11-14T13:57:13Z</dcterms:modified>
</cp:coreProperties>
</file>