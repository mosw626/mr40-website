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61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88F6B-4C27-47A4-AE20-913F13FB5C84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F5FB7-E285-407D-9457-082916A8BD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9F5FB7-E285-407D-9457-082916A8BD30}" type="slidenum">
              <a:rPr lang="ko-KR" altLang="en-US" smtClean="0"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9F5FB7-E285-407D-9457-082916A8BD30}" type="slidenum">
              <a:rPr lang="ko-KR" altLang="en-US" smtClean="0"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직사각형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직사각형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직사각형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직사각형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모서리가 둥근 직사각형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모서리가 둥근 직사각형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직사각형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직사각형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26" name="날짜 개체 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8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직사각형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직사각형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직사각형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직사각형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직사각형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직사각형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직사각형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직사각형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직사각형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FBA48885-7BE3-4471-8473-04DE4B9E98D1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2291F8B-8C76-41DA-A0B2-698B375B7FC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1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1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1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1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동기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포신을 돌릴 수 있는 탱크를 외형까지 직접 만들어보고 싶었음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무선조종 기능까지만 만들고 외형제작과 추가 동력사용에 어려움을 느끼고 중단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로봇 소개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차체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구동전압 </a:t>
            </a:r>
            <a:r>
              <a:rPr lang="en-US" altLang="ko-KR" dirty="0" smtClean="0"/>
              <a:t>: 9V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MCU : ATMEGA8535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길이</a:t>
            </a:r>
            <a:r>
              <a:rPr lang="en-US" altLang="ko-KR" dirty="0" smtClean="0"/>
              <a:t> 20cm, </a:t>
            </a:r>
            <a:r>
              <a:rPr lang="ko-KR" altLang="en-US" dirty="0" smtClean="0"/>
              <a:t>너비 </a:t>
            </a:r>
            <a:r>
              <a:rPr lang="en-US" altLang="ko-KR" dirty="0" smtClean="0"/>
              <a:t>11cm, </a:t>
            </a:r>
            <a:r>
              <a:rPr lang="ko-KR" altLang="en-US" dirty="0" smtClean="0"/>
              <a:t>높이 </a:t>
            </a:r>
            <a:r>
              <a:rPr lang="en-US" altLang="ko-KR" dirty="0" smtClean="0"/>
              <a:t>4cm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동력장치 </a:t>
            </a:r>
            <a:r>
              <a:rPr lang="en-US" altLang="ko-KR" dirty="0" smtClean="0"/>
              <a:t>: DC</a:t>
            </a:r>
            <a:r>
              <a:rPr lang="ko-KR" altLang="en-US" dirty="0" smtClean="0"/>
              <a:t>모터</a:t>
            </a:r>
            <a:endParaRPr lang="en-US" altLang="ko-KR" dirty="0" smtClean="0"/>
          </a:p>
          <a:p>
            <a:endParaRPr lang="en-US" altLang="ko-KR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로봇 소개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무선 </a:t>
            </a:r>
            <a:r>
              <a:rPr lang="ko-KR" altLang="en-US" dirty="0" err="1" smtClean="0"/>
              <a:t>리모콘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구동전압 </a:t>
            </a:r>
            <a:r>
              <a:rPr lang="en-US" altLang="ko-KR" dirty="0" smtClean="0"/>
              <a:t>: 9V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MCU : ATMEGA8535</a:t>
            </a:r>
          </a:p>
          <a:p>
            <a:endParaRPr lang="en-US" altLang="ko-KR" dirty="0"/>
          </a:p>
          <a:p>
            <a:r>
              <a:rPr lang="ko-KR" altLang="en-US" dirty="0" smtClean="0"/>
              <a:t>통신 </a:t>
            </a:r>
            <a:r>
              <a:rPr lang="en-US" altLang="ko-KR" dirty="0" smtClean="0"/>
              <a:t>: RF</a:t>
            </a:r>
            <a:r>
              <a:rPr lang="ko-KR" altLang="en-US" dirty="0" smtClean="0"/>
              <a:t>모듈 이</a:t>
            </a:r>
            <a:r>
              <a:rPr lang="ko-KR" altLang="en-US" dirty="0"/>
              <a:t>용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동작 모습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어려웠던 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축을 구하기 어려워서 바퀴를 정확히 붙이기 어려웠음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USART</a:t>
            </a:r>
            <a:r>
              <a:rPr lang="ko-KR" altLang="en-US" dirty="0" smtClean="0"/>
              <a:t>통신을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사용하는데</a:t>
            </a:r>
            <a:r>
              <a:rPr lang="en-US" altLang="ko-KR" dirty="0" smtClean="0"/>
              <a:t> </a:t>
            </a:r>
            <a:r>
              <a:rPr lang="ko-KR" altLang="en-US" dirty="0" smtClean="0"/>
              <a:t>미숙하여 컨트롤러를 만드는데 시간이 많이 </a:t>
            </a:r>
            <a:r>
              <a:rPr lang="ko-KR" altLang="en-US" dirty="0" err="1" smtClean="0"/>
              <a:t>듬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DC</a:t>
            </a:r>
            <a:r>
              <a:rPr lang="ko-KR" altLang="en-US" dirty="0" smtClean="0"/>
              <a:t>모터가 예상외로 많은 전력을 사용</a:t>
            </a:r>
            <a:endParaRPr lang="ko-KR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도시">
  <a:themeElements>
    <a:clrScheme name="도시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도시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도시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49</TotalTime>
  <Words>86</Words>
  <Application>Microsoft Office PowerPoint</Application>
  <PresentationFormat>화면 슬라이드 쇼(4:3)</PresentationFormat>
  <Paragraphs>27</Paragraphs>
  <Slides>5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도시</vt:lpstr>
      <vt:lpstr>제작 동기</vt:lpstr>
      <vt:lpstr>로봇 소개 - 차체</vt:lpstr>
      <vt:lpstr>로봇 소개 - 무선 리모콘</vt:lpstr>
      <vt:lpstr>동작 모습</vt:lpstr>
      <vt:lpstr>어려웠던 점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제작 동기</dc:title>
  <dc:creator>Owner</dc:creator>
  <cp:lastModifiedBy>Owner</cp:lastModifiedBy>
  <cp:revision>6</cp:revision>
  <dcterms:created xsi:type="dcterms:W3CDTF">2008-11-14T12:10:32Z</dcterms:created>
  <dcterms:modified xsi:type="dcterms:W3CDTF">2008-11-14T13:00:23Z</dcterms:modified>
</cp:coreProperties>
</file>