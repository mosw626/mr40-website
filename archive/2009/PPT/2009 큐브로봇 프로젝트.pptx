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112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D263B-7571-4340-9DC1-6AE659FD41D1}" type="datetimeFigureOut">
              <a:rPr lang="ko-KR" altLang="en-US" smtClean="0"/>
              <a:t>2009-11-21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D0DEA-4860-4F09-A256-1FD5ED86EFAA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D0DEA-4860-4F09-A256-1FD5ED86EFAA}" type="slidenum">
              <a:rPr lang="ko-KR" altLang="en-US" smtClean="0"/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22" name="부제목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3526548-08A0-4F34-8792-A40BDCD384B3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20" name="바닥글 개체 틀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2330410-895C-46D4-AFF4-BD97B7B6476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타원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3526548-08A0-4F34-8792-A40BDCD384B3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2330410-895C-46D4-AFF4-BD97B7B647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3526548-08A0-4F34-8792-A40BDCD384B3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2330410-895C-46D4-AFF4-BD97B7B6476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직사각형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타원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타원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3526548-08A0-4F34-8792-A40BDCD384B3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2330410-895C-46D4-AFF4-BD97B7B647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3526548-08A0-4F34-8792-A40BDCD384B3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2330410-895C-46D4-AFF4-BD97B7B647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3526548-08A0-4F34-8792-A40BDCD384B3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2330410-895C-46D4-AFF4-BD97B7B647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3526548-08A0-4F34-8792-A40BDCD384B3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2330410-895C-46D4-AFF4-BD97B7B6476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3526548-08A0-4F34-8792-A40BDCD384B3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2330410-895C-46D4-AFF4-BD97B7B647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3526548-08A0-4F34-8792-A40BDCD384B3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2330410-895C-46D4-AFF4-BD97B7B6476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  <p:sp>
        <p:nvSpPr>
          <p:cNvPr id="9" name="순서도: 처리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순서도: 처리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3526548-08A0-4F34-8792-A40BDCD384B3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2330410-895C-46D4-AFF4-BD97B7B647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3526548-08A0-4F34-8792-A40BDCD384B3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2330410-895C-46D4-AFF4-BD97B7B6476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원형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타원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도넛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직사각형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제목 개체 틀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24" name="날짜 개체 틀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43526548-08A0-4F34-8792-A40BDCD384B3}" type="datetimeFigureOut">
              <a:rPr lang="ko-KR" altLang="en-US" smtClean="0"/>
              <a:pPr/>
              <a:t>2009-11-21</a:t>
            </a:fld>
            <a:endParaRPr lang="ko-KR" altLang="en-US"/>
          </a:p>
        </p:txBody>
      </p:sp>
      <p:sp>
        <p:nvSpPr>
          <p:cNvPr id="10" name="바닥글 개체 틀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22" name="슬라이드 번호 개체 틀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A2330410-895C-46D4-AFF4-BD97B7B6476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직사각형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1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1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1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1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1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1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1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1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1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1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i25cfdcum7U" TargetMode="External"/><Relationship Id="rId2" Type="http://schemas.openxmlformats.org/officeDocument/2006/relationships/hyperlink" Target="http://www.youtube.com/v/rzio92VYUIQ&amp;color1=0xb1b1b1&amp;color2=0xcfcfcf&amp;feature=player_embedded&amp;fs=1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2009 </a:t>
            </a:r>
            <a:r>
              <a:rPr lang="ko-KR" altLang="en-US" dirty="0" err="1" smtClean="0"/>
              <a:t>큐브로봇</a:t>
            </a:r>
            <a:r>
              <a:rPr lang="ko-KR" altLang="en-US" dirty="0" smtClean="0"/>
              <a:t> 프로젝트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4214810" y="4643446"/>
            <a:ext cx="4714908" cy="1714512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dirty="0" smtClean="0">
                <a:latin typeface="휴먼편지체" pitchFamily="18" charset="-127"/>
                <a:ea typeface="휴먼편지체" pitchFamily="18" charset="-127"/>
              </a:rPr>
              <a:t>수석개발자 </a:t>
            </a:r>
            <a:r>
              <a:rPr lang="en-US" altLang="ko-KR" dirty="0" smtClean="0">
                <a:latin typeface="휴먼편지체" pitchFamily="18" charset="-127"/>
                <a:ea typeface="휴먼편지체" pitchFamily="18" charset="-127"/>
              </a:rPr>
              <a:t>: </a:t>
            </a:r>
            <a:r>
              <a:rPr lang="ko-KR" altLang="en-US" dirty="0" smtClean="0">
                <a:latin typeface="휴먼편지체" pitchFamily="18" charset="-127"/>
                <a:ea typeface="휴먼편지체" pitchFamily="18" charset="-127"/>
              </a:rPr>
              <a:t>손재현</a:t>
            </a:r>
          </a:p>
          <a:p>
            <a:r>
              <a:rPr lang="ko-KR" altLang="en-US" dirty="0" smtClean="0">
                <a:latin typeface="휴먼편지체" pitchFamily="18" charset="-127"/>
                <a:ea typeface="휴먼편지체" pitchFamily="18" charset="-127"/>
              </a:rPr>
              <a:t>하드웨어 </a:t>
            </a:r>
            <a:r>
              <a:rPr lang="en-US" altLang="ko-KR" dirty="0" smtClean="0">
                <a:latin typeface="휴먼편지체" pitchFamily="18" charset="-127"/>
                <a:ea typeface="휴먼편지체" pitchFamily="18" charset="-127"/>
              </a:rPr>
              <a:t>: </a:t>
            </a:r>
            <a:r>
              <a:rPr lang="ko-KR" altLang="en-US" dirty="0" err="1" smtClean="0">
                <a:latin typeface="휴먼편지체" pitchFamily="18" charset="-127"/>
                <a:ea typeface="휴먼편지체" pitchFamily="18" charset="-127"/>
              </a:rPr>
              <a:t>유병령</a:t>
            </a:r>
            <a:r>
              <a:rPr lang="en-US" altLang="ko-KR" dirty="0" smtClean="0">
                <a:latin typeface="휴먼편지체" pitchFamily="18" charset="-127"/>
                <a:ea typeface="휴먼편지체" pitchFamily="18" charset="-127"/>
              </a:rPr>
              <a:t>, </a:t>
            </a:r>
            <a:r>
              <a:rPr lang="ko-KR" altLang="en-US" dirty="0" smtClean="0">
                <a:latin typeface="휴먼편지체" pitchFamily="18" charset="-127"/>
                <a:ea typeface="휴먼편지체" pitchFamily="18" charset="-127"/>
              </a:rPr>
              <a:t>김준형</a:t>
            </a:r>
            <a:r>
              <a:rPr lang="en-US" altLang="ko-KR" dirty="0" smtClean="0">
                <a:latin typeface="휴먼편지체" pitchFamily="18" charset="-127"/>
                <a:ea typeface="휴먼편지체" pitchFamily="18" charset="-127"/>
              </a:rPr>
              <a:t>, </a:t>
            </a:r>
            <a:r>
              <a:rPr lang="ko-KR" altLang="en-US" dirty="0" smtClean="0">
                <a:latin typeface="휴먼편지체" pitchFamily="18" charset="-127"/>
                <a:ea typeface="휴먼편지체" pitchFamily="18" charset="-127"/>
              </a:rPr>
              <a:t>김범준</a:t>
            </a:r>
          </a:p>
          <a:p>
            <a:r>
              <a:rPr lang="ko-KR" altLang="en-US" dirty="0" smtClean="0">
                <a:latin typeface="휴먼편지체" pitchFamily="18" charset="-127"/>
                <a:ea typeface="휴먼편지체" pitchFamily="18" charset="-127"/>
              </a:rPr>
              <a:t>칩 프로그래밍 기술지원 </a:t>
            </a:r>
            <a:r>
              <a:rPr lang="en-US" altLang="ko-KR" dirty="0" smtClean="0">
                <a:latin typeface="휴먼편지체" pitchFamily="18" charset="-127"/>
                <a:ea typeface="휴먼편지체" pitchFamily="18" charset="-127"/>
              </a:rPr>
              <a:t>: </a:t>
            </a:r>
            <a:r>
              <a:rPr lang="ko-KR" altLang="en-US" dirty="0" smtClean="0">
                <a:latin typeface="휴먼편지체" pitchFamily="18" charset="-127"/>
                <a:ea typeface="휴먼편지체" pitchFamily="18" charset="-127"/>
              </a:rPr>
              <a:t>오경목</a:t>
            </a:r>
          </a:p>
          <a:p>
            <a:r>
              <a:rPr lang="ko-KR" altLang="en-US" dirty="0" smtClean="0">
                <a:latin typeface="휴먼편지체" pitchFamily="18" charset="-127"/>
                <a:ea typeface="휴먼편지체" pitchFamily="18" charset="-127"/>
              </a:rPr>
              <a:t>핵심 알고리즘 개발 </a:t>
            </a:r>
            <a:r>
              <a:rPr lang="en-US" altLang="ko-KR" dirty="0" smtClean="0">
                <a:latin typeface="휴먼편지체" pitchFamily="18" charset="-127"/>
                <a:ea typeface="휴먼편지체" pitchFamily="18" charset="-127"/>
              </a:rPr>
              <a:t>: </a:t>
            </a:r>
            <a:r>
              <a:rPr lang="ko-KR" altLang="en-US" dirty="0" smtClean="0">
                <a:latin typeface="휴먼편지체" pitchFamily="18" charset="-127"/>
                <a:ea typeface="휴먼편지체" pitchFamily="18" charset="-127"/>
              </a:rPr>
              <a:t>신준호</a:t>
            </a:r>
          </a:p>
          <a:p>
            <a:r>
              <a:rPr lang="ko-KR" altLang="en-US" dirty="0" smtClean="0">
                <a:latin typeface="휴먼편지체" pitchFamily="18" charset="-127"/>
                <a:ea typeface="휴먼편지체" pitchFamily="18" charset="-127"/>
              </a:rPr>
              <a:t>사용자 </a:t>
            </a:r>
            <a:r>
              <a:rPr lang="en-US" altLang="ko-KR" dirty="0" smtClean="0">
                <a:latin typeface="휴먼편지체" pitchFamily="18" charset="-127"/>
                <a:ea typeface="휴먼편지체" pitchFamily="18" charset="-127"/>
              </a:rPr>
              <a:t>UI</a:t>
            </a:r>
            <a:r>
              <a:rPr lang="ko-KR" altLang="en-US" dirty="0" smtClean="0">
                <a:latin typeface="휴먼편지체" pitchFamily="18" charset="-127"/>
                <a:ea typeface="휴먼편지체" pitchFamily="18" charset="-127"/>
              </a:rPr>
              <a:t>개발 </a:t>
            </a:r>
            <a:r>
              <a:rPr lang="en-US" altLang="ko-KR" dirty="0" smtClean="0">
                <a:latin typeface="휴먼편지체" pitchFamily="18" charset="-127"/>
                <a:ea typeface="휴먼편지체" pitchFamily="18" charset="-127"/>
              </a:rPr>
              <a:t>: </a:t>
            </a:r>
            <a:r>
              <a:rPr lang="ko-KR" altLang="en-US" dirty="0" smtClean="0">
                <a:latin typeface="휴먼편지체" pitchFamily="18" charset="-127"/>
                <a:ea typeface="휴먼편지체" pitchFamily="18" charset="-127"/>
              </a:rPr>
              <a:t>심재형</a:t>
            </a:r>
            <a:endParaRPr lang="ko-KR" altLang="en-US" dirty="0">
              <a:latin typeface="휴먼편지체" pitchFamily="18" charset="-127"/>
              <a:ea typeface="휴먼편지체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개요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다수의 </a:t>
            </a:r>
            <a:r>
              <a:rPr lang="ko-KR" altLang="en-US" dirty="0" err="1" smtClean="0"/>
              <a:t>동아리원이</a:t>
            </a:r>
            <a:r>
              <a:rPr lang="ko-KR" altLang="en-US" dirty="0" smtClean="0"/>
              <a:t> 참여할 수 있는 로봇 제작 프로젝트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기존의 </a:t>
            </a:r>
            <a:r>
              <a:rPr lang="ko-KR" altLang="en-US" dirty="0" err="1" smtClean="0"/>
              <a:t>큐브를</a:t>
            </a:r>
            <a:r>
              <a:rPr lang="ko-KR" altLang="en-US" dirty="0" smtClean="0"/>
              <a:t> 맞추는 로봇에 비해 더 빠르게 맞추는 것을 목표로 계획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먼저 개발되었던 </a:t>
            </a:r>
            <a:r>
              <a:rPr lang="ko-KR" altLang="en-US" dirty="0" err="1" smtClean="0"/>
              <a:t>큐브로봇들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>
                <a:hlinkClick r:id="rId2"/>
              </a:rPr>
              <a:t>http://www.youtube.com/v/rzio92VYUIQ&amp;color1=0xb1b1b1&amp;color2=0xcfcfcf&amp;feature=player_embedded&amp;fs=1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>
                <a:hlinkClick r:id="rId3"/>
              </a:rPr>
              <a:t>http://www.youtube.com/watch?v=i25cfdcum7U</a:t>
            </a:r>
            <a:endParaRPr lang="en-US" altLang="ko-KR" dirty="0" smtClean="0"/>
          </a:p>
          <a:p>
            <a:pPr>
              <a:buNone/>
            </a:pP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큐브</a:t>
            </a:r>
            <a:r>
              <a:rPr lang="ko-KR" altLang="en-US" dirty="0" smtClean="0"/>
              <a:t> 로봇 흐름도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643042" y="2928934"/>
            <a:ext cx="128588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Calibrator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14744" y="4071942"/>
            <a:ext cx="135732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ATMEGA16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14744" y="2928934"/>
            <a:ext cx="135732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Main UI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572132" y="1928802"/>
            <a:ext cx="135732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Web Cam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714744" y="1928802"/>
            <a:ext cx="1357322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Vision System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572132" y="2928934"/>
            <a:ext cx="1357322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Cube Solver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714744" y="4857760"/>
            <a:ext cx="1357322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Analog Servo</a:t>
            </a:r>
          </a:p>
        </p:txBody>
      </p:sp>
      <p:cxnSp>
        <p:nvCxnSpPr>
          <p:cNvPr id="14" name="직선 화살표 연결선 13"/>
          <p:cNvCxnSpPr/>
          <p:nvPr/>
        </p:nvCxnSpPr>
        <p:spPr>
          <a:xfrm>
            <a:off x="3000364" y="3071810"/>
            <a:ext cx="642942" cy="1588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 rot="10800000">
            <a:off x="5143504" y="2071678"/>
            <a:ext cx="357190" cy="158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 rot="5400000">
            <a:off x="4321967" y="2750339"/>
            <a:ext cx="214314" cy="158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>
            <a:off x="5143504" y="3071810"/>
            <a:ext cx="357190" cy="158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 rot="10800000">
            <a:off x="5143504" y="3214686"/>
            <a:ext cx="357190" cy="158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/>
          <p:cNvCxnSpPr/>
          <p:nvPr/>
        </p:nvCxnSpPr>
        <p:spPr>
          <a:xfrm rot="5400000">
            <a:off x="4107653" y="3679033"/>
            <a:ext cx="642942" cy="158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 rot="5400000">
            <a:off x="4286248" y="4643446"/>
            <a:ext cx="285752" cy="158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 rot="5400000">
            <a:off x="3964777" y="3679033"/>
            <a:ext cx="643736" cy="794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 rot="5400000">
            <a:off x="4143372" y="4643446"/>
            <a:ext cx="285752" cy="1588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/>
          <p:nvPr/>
        </p:nvCxnSpPr>
        <p:spPr>
          <a:xfrm rot="16200000" flipV="1">
            <a:off x="2178827" y="3821909"/>
            <a:ext cx="1785950" cy="1000132"/>
          </a:xfrm>
          <a:prstGeom prst="straightConnector1">
            <a:avLst/>
          </a:prstGeom>
          <a:ln w="2540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그림 42" descr="ScrambledFace1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929322" y="1357298"/>
            <a:ext cx="635909" cy="481008"/>
          </a:xfrm>
          <a:prstGeom prst="rect">
            <a:avLst/>
          </a:prstGeom>
        </p:spPr>
      </p:pic>
      <p:pic>
        <p:nvPicPr>
          <p:cNvPr id="44" name="그림 43" descr="큐브_인덱스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54698" y="1357298"/>
            <a:ext cx="1803623" cy="120967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572132" y="3643314"/>
            <a:ext cx="13573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LR’UBRUR’L2F2D’RUL’</a:t>
            </a:r>
            <a:endParaRPr lang="ko-KR" altLang="en-US" sz="800" dirty="0"/>
          </a:p>
        </p:txBody>
      </p:sp>
      <p:pic>
        <p:nvPicPr>
          <p:cNvPr id="47" name="그림 46" descr="rubiks-cube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429256" y="5143512"/>
            <a:ext cx="1044706" cy="10715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제작 과정</a:t>
            </a:r>
            <a:endParaRPr lang="ko-KR" altLang="en-US" dirty="0"/>
          </a:p>
        </p:txBody>
      </p:sp>
      <p:pic>
        <p:nvPicPr>
          <p:cNvPr id="4" name="내용 개체 틀 3" descr="IMG_6307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643306" y="3143248"/>
            <a:ext cx="5133098" cy="3419928"/>
          </a:xfrm>
        </p:spPr>
      </p:pic>
      <p:pic>
        <p:nvPicPr>
          <p:cNvPr id="6" name="그림 5" descr="IMG_625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8596" y="1285860"/>
            <a:ext cx="4500562" cy="3000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태양">
  <a:themeElements>
    <a:clrScheme name="태양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태양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태양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53</TotalTime>
  <Words>77</Words>
  <Application>Microsoft Office PowerPoint</Application>
  <PresentationFormat>화면 슬라이드 쇼(4:3)</PresentationFormat>
  <Paragraphs>25</Paragraphs>
  <Slides>5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태양</vt:lpstr>
      <vt:lpstr>2009 큐브로봇 프로젝트</vt:lpstr>
      <vt:lpstr>개요</vt:lpstr>
      <vt:lpstr>먼저 개발되었던 큐브로봇들</vt:lpstr>
      <vt:lpstr>큐브 로봇 흐름도</vt:lpstr>
      <vt:lpstr>제작 과정</vt:lpstr>
    </vt:vector>
  </TitlesOfParts>
  <Company>MR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2009 큐브로봇 프로젝트</dc:title>
  <dc:creator>SJHn</dc:creator>
  <cp:lastModifiedBy>종범</cp:lastModifiedBy>
  <cp:revision>6</cp:revision>
  <dcterms:created xsi:type="dcterms:W3CDTF">2009-11-20T16:51:56Z</dcterms:created>
  <dcterms:modified xsi:type="dcterms:W3CDTF">2009-11-20T17:46:52Z</dcterms:modified>
</cp:coreProperties>
</file>