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A2DBF7-0392-41E0-8887-55EC4DD3425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A657BC2-FB16-4375-BF5B-DCADA3F60311}">
      <dgm:prSet phldrT="[텍스트]"/>
      <dgm:spPr/>
      <dgm:t>
        <a:bodyPr/>
        <a:lstStyle/>
        <a:p>
          <a:pPr latinLnBrk="1"/>
          <a:r>
            <a:rPr lang="ko-KR" altLang="en-US" dirty="0" smtClean="0"/>
            <a:t>모터를 이용해 칼날을 사과에 밀착</a:t>
          </a:r>
          <a:endParaRPr lang="ko-KR" altLang="en-US" dirty="0"/>
        </a:p>
      </dgm:t>
    </dgm:pt>
    <dgm:pt modelId="{0B9F00DC-D9B1-49C2-B5DB-813A21D91545}" type="parTrans" cxnId="{00402084-32A0-4A6E-A6F2-522BABA43ACB}">
      <dgm:prSet/>
      <dgm:spPr/>
      <dgm:t>
        <a:bodyPr/>
        <a:lstStyle/>
        <a:p>
          <a:pPr latinLnBrk="1"/>
          <a:endParaRPr lang="ko-KR" altLang="en-US"/>
        </a:p>
      </dgm:t>
    </dgm:pt>
    <dgm:pt modelId="{FAE9F958-CFAD-4BD7-AB87-7C547F875954}" type="sibTrans" cxnId="{00402084-32A0-4A6E-A6F2-522BABA43ACB}">
      <dgm:prSet/>
      <dgm:spPr/>
      <dgm:t>
        <a:bodyPr/>
        <a:lstStyle/>
        <a:p>
          <a:pPr latinLnBrk="1"/>
          <a:endParaRPr lang="ko-KR" altLang="en-US"/>
        </a:p>
      </dgm:t>
    </dgm:pt>
    <dgm:pt modelId="{45C026DA-9F23-45AB-8F5E-092BFCA5771C}">
      <dgm:prSet phldrT="[텍스트]"/>
      <dgm:spPr/>
      <dgm:t>
        <a:bodyPr/>
        <a:lstStyle/>
        <a:p>
          <a:pPr latinLnBrk="1"/>
          <a:r>
            <a:rPr lang="ko-KR" altLang="en-US" dirty="0" smtClean="0"/>
            <a:t>일정 시간 동안 사과를 회전</a:t>
          </a:r>
          <a:endParaRPr lang="en-US" altLang="ko-KR" dirty="0" smtClean="0"/>
        </a:p>
      </dgm:t>
    </dgm:pt>
    <dgm:pt modelId="{CC836516-3836-4302-8604-AEF9E64D3376}" type="parTrans" cxnId="{575B6632-ABA8-439F-A151-B99608577998}">
      <dgm:prSet/>
      <dgm:spPr/>
      <dgm:t>
        <a:bodyPr/>
        <a:lstStyle/>
        <a:p>
          <a:pPr latinLnBrk="1"/>
          <a:endParaRPr lang="ko-KR" altLang="en-US"/>
        </a:p>
      </dgm:t>
    </dgm:pt>
    <dgm:pt modelId="{C3B8BB5D-03E5-46D5-9945-F3B207DA169E}" type="sibTrans" cxnId="{575B6632-ABA8-439F-A151-B99608577998}">
      <dgm:prSet/>
      <dgm:spPr/>
      <dgm:t>
        <a:bodyPr/>
        <a:lstStyle/>
        <a:p>
          <a:pPr latinLnBrk="1"/>
          <a:endParaRPr lang="ko-KR" altLang="en-US"/>
        </a:p>
      </dgm:t>
    </dgm:pt>
    <dgm:pt modelId="{8FACABCE-9CF2-4BE4-82FB-9F23067AFD1E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서보</a:t>
          </a:r>
          <a:r>
            <a:rPr lang="ko-KR" altLang="en-US" dirty="0" smtClean="0"/>
            <a:t> 모터에 주는   주파수를 변경시켜    칼날의 위치를 변경</a:t>
          </a:r>
          <a:endParaRPr lang="ko-KR" altLang="en-US" dirty="0"/>
        </a:p>
      </dgm:t>
    </dgm:pt>
    <dgm:pt modelId="{4AE83168-3050-4D66-B227-F57AC53C37EA}" type="parTrans" cxnId="{42A096FA-0741-414C-9AF9-8B646AB7A169}">
      <dgm:prSet/>
      <dgm:spPr/>
      <dgm:t>
        <a:bodyPr/>
        <a:lstStyle/>
        <a:p>
          <a:pPr latinLnBrk="1"/>
          <a:endParaRPr lang="ko-KR" altLang="en-US"/>
        </a:p>
      </dgm:t>
    </dgm:pt>
    <dgm:pt modelId="{E88DBD99-F1A4-4180-95AA-9A9FB21C6B8F}" type="sibTrans" cxnId="{42A096FA-0741-414C-9AF9-8B646AB7A169}">
      <dgm:prSet/>
      <dgm:spPr/>
      <dgm:t>
        <a:bodyPr/>
        <a:lstStyle/>
        <a:p>
          <a:pPr latinLnBrk="1"/>
          <a:endParaRPr lang="ko-KR" altLang="en-US"/>
        </a:p>
      </dgm:t>
    </dgm:pt>
    <dgm:pt modelId="{9096A986-2B62-484B-8E83-DB816BD64D12}" type="pres">
      <dgm:prSet presAssocID="{61A2DBF7-0392-41E0-8887-55EC4DD3425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DCBF2E-D8D9-405B-87C8-4D9CEC74D7A3}" type="pres">
      <dgm:prSet presAssocID="{4A657BC2-FB16-4375-BF5B-DCADA3F6031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40A152-F9C9-4F9A-AEA4-65783C557815}" type="pres">
      <dgm:prSet presAssocID="{FAE9F958-CFAD-4BD7-AB87-7C547F875954}" presName="sibTrans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A34ECC14-ADDD-4887-9D5B-B5A88E30F22F}" type="pres">
      <dgm:prSet presAssocID="{FAE9F958-CFAD-4BD7-AB87-7C547F875954}" presName="connectorText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A6508206-FFC6-4FBC-B5FF-88AB0EB8C2E4}" type="pres">
      <dgm:prSet presAssocID="{45C026DA-9F23-45AB-8F5E-092BFCA5771C}" presName="node" presStyleLbl="node1" presStyleIdx="1" presStyleCnt="3" custScaleX="80728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8800A4-1378-4CB3-A915-7668E147742B}" type="pres">
      <dgm:prSet presAssocID="{C3B8BB5D-03E5-46D5-9945-F3B207DA169E}" presName="sibTrans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24F0DB72-C3C3-4B86-9253-66D9A45EDEE5}" type="pres">
      <dgm:prSet presAssocID="{C3B8BB5D-03E5-46D5-9945-F3B207DA169E}" presName="connectorText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1D65A82A-110D-4237-899F-3AC2CBF74584}" type="pres">
      <dgm:prSet presAssocID="{8FACABCE-9CF2-4BE4-82FB-9F23067AFD1E}" presName="node" presStyleLbl="node1" presStyleIdx="2" presStyleCnt="3" custScaleX="10012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88A14CB-A56D-47DB-A103-24DFFC75A827}" type="presOf" srcId="{8FACABCE-9CF2-4BE4-82FB-9F23067AFD1E}" destId="{1D65A82A-110D-4237-899F-3AC2CBF74584}" srcOrd="0" destOrd="0" presId="urn:microsoft.com/office/officeart/2005/8/layout/process1"/>
    <dgm:cxn modelId="{575B6632-ABA8-439F-A151-B99608577998}" srcId="{61A2DBF7-0392-41E0-8887-55EC4DD3425A}" destId="{45C026DA-9F23-45AB-8F5E-092BFCA5771C}" srcOrd="1" destOrd="0" parTransId="{CC836516-3836-4302-8604-AEF9E64D3376}" sibTransId="{C3B8BB5D-03E5-46D5-9945-F3B207DA169E}"/>
    <dgm:cxn modelId="{2DD06F6E-C837-495F-9A83-6500490156D6}" type="presOf" srcId="{45C026DA-9F23-45AB-8F5E-092BFCA5771C}" destId="{A6508206-FFC6-4FBC-B5FF-88AB0EB8C2E4}" srcOrd="0" destOrd="0" presId="urn:microsoft.com/office/officeart/2005/8/layout/process1"/>
    <dgm:cxn modelId="{3F334EEF-45C5-465F-A862-2070932F8919}" type="presOf" srcId="{FAE9F958-CFAD-4BD7-AB87-7C547F875954}" destId="{A34ECC14-ADDD-4887-9D5B-B5A88E30F22F}" srcOrd="1" destOrd="0" presId="urn:microsoft.com/office/officeart/2005/8/layout/process1"/>
    <dgm:cxn modelId="{83A90E85-4A0C-4BCF-B777-F95395B704E2}" type="presOf" srcId="{4A657BC2-FB16-4375-BF5B-DCADA3F60311}" destId="{C2DCBF2E-D8D9-405B-87C8-4D9CEC74D7A3}" srcOrd="0" destOrd="0" presId="urn:microsoft.com/office/officeart/2005/8/layout/process1"/>
    <dgm:cxn modelId="{42A096FA-0741-414C-9AF9-8B646AB7A169}" srcId="{61A2DBF7-0392-41E0-8887-55EC4DD3425A}" destId="{8FACABCE-9CF2-4BE4-82FB-9F23067AFD1E}" srcOrd="2" destOrd="0" parTransId="{4AE83168-3050-4D66-B227-F57AC53C37EA}" sibTransId="{E88DBD99-F1A4-4180-95AA-9A9FB21C6B8F}"/>
    <dgm:cxn modelId="{CCB4857E-76A5-4808-BEDC-D5C65C3FD1C1}" type="presOf" srcId="{FAE9F958-CFAD-4BD7-AB87-7C547F875954}" destId="{6E40A152-F9C9-4F9A-AEA4-65783C557815}" srcOrd="0" destOrd="0" presId="urn:microsoft.com/office/officeart/2005/8/layout/process1"/>
    <dgm:cxn modelId="{47D91808-F0D7-4A07-B2ED-B33D2DB1ACE1}" type="presOf" srcId="{C3B8BB5D-03E5-46D5-9945-F3B207DA169E}" destId="{8F8800A4-1378-4CB3-A915-7668E147742B}" srcOrd="0" destOrd="0" presId="urn:microsoft.com/office/officeart/2005/8/layout/process1"/>
    <dgm:cxn modelId="{D0F7B67A-F3CC-4B7A-99CD-38ADBF7AE7AD}" type="presOf" srcId="{C3B8BB5D-03E5-46D5-9945-F3B207DA169E}" destId="{24F0DB72-C3C3-4B86-9253-66D9A45EDEE5}" srcOrd="1" destOrd="0" presId="urn:microsoft.com/office/officeart/2005/8/layout/process1"/>
    <dgm:cxn modelId="{C8E0BBE9-5640-4855-AC3A-2B0494012DF6}" type="presOf" srcId="{61A2DBF7-0392-41E0-8887-55EC4DD3425A}" destId="{9096A986-2B62-484B-8E83-DB816BD64D12}" srcOrd="0" destOrd="0" presId="urn:microsoft.com/office/officeart/2005/8/layout/process1"/>
    <dgm:cxn modelId="{00402084-32A0-4A6E-A6F2-522BABA43ACB}" srcId="{61A2DBF7-0392-41E0-8887-55EC4DD3425A}" destId="{4A657BC2-FB16-4375-BF5B-DCADA3F60311}" srcOrd="0" destOrd="0" parTransId="{0B9F00DC-D9B1-49C2-B5DB-813A21D91545}" sibTransId="{FAE9F958-CFAD-4BD7-AB87-7C547F875954}"/>
    <dgm:cxn modelId="{35499D19-CA35-4E49-A9A0-6443A45F8A6D}" type="presParOf" srcId="{9096A986-2B62-484B-8E83-DB816BD64D12}" destId="{C2DCBF2E-D8D9-405B-87C8-4D9CEC74D7A3}" srcOrd="0" destOrd="0" presId="urn:microsoft.com/office/officeart/2005/8/layout/process1"/>
    <dgm:cxn modelId="{410014DC-FB44-4788-926F-4D55A382F03A}" type="presParOf" srcId="{9096A986-2B62-484B-8E83-DB816BD64D12}" destId="{6E40A152-F9C9-4F9A-AEA4-65783C557815}" srcOrd="1" destOrd="0" presId="urn:microsoft.com/office/officeart/2005/8/layout/process1"/>
    <dgm:cxn modelId="{2DCF7F47-88B4-446A-909C-7106AC28E811}" type="presParOf" srcId="{6E40A152-F9C9-4F9A-AEA4-65783C557815}" destId="{A34ECC14-ADDD-4887-9D5B-B5A88E30F22F}" srcOrd="0" destOrd="0" presId="urn:microsoft.com/office/officeart/2005/8/layout/process1"/>
    <dgm:cxn modelId="{0D182B9A-AC51-4955-BBBF-1F3223B09DC7}" type="presParOf" srcId="{9096A986-2B62-484B-8E83-DB816BD64D12}" destId="{A6508206-FFC6-4FBC-B5FF-88AB0EB8C2E4}" srcOrd="2" destOrd="0" presId="urn:microsoft.com/office/officeart/2005/8/layout/process1"/>
    <dgm:cxn modelId="{3F24A308-607D-44A3-AB49-F826CF126508}" type="presParOf" srcId="{9096A986-2B62-484B-8E83-DB816BD64D12}" destId="{8F8800A4-1378-4CB3-A915-7668E147742B}" srcOrd="3" destOrd="0" presId="urn:microsoft.com/office/officeart/2005/8/layout/process1"/>
    <dgm:cxn modelId="{260B1E29-3F2F-48DD-8AC8-2ABC82CF0ACF}" type="presParOf" srcId="{8F8800A4-1378-4CB3-A915-7668E147742B}" destId="{24F0DB72-C3C3-4B86-9253-66D9A45EDEE5}" srcOrd="0" destOrd="0" presId="urn:microsoft.com/office/officeart/2005/8/layout/process1"/>
    <dgm:cxn modelId="{C8AD9693-6FD9-4296-B3E4-2966B3DF3703}" type="presParOf" srcId="{9096A986-2B62-484B-8E83-DB816BD64D12}" destId="{1D65A82A-110D-4237-899F-3AC2CBF7458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2DCBF2E-D8D9-405B-87C8-4D9CEC74D7A3}">
      <dsp:nvSpPr>
        <dsp:cNvPr id="0" name=""/>
        <dsp:cNvSpPr/>
      </dsp:nvSpPr>
      <dsp:spPr>
        <a:xfrm>
          <a:off x="4155" y="1282310"/>
          <a:ext cx="2393138" cy="1435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모터를 이용해 칼날을 사과에 밀착</a:t>
          </a:r>
          <a:endParaRPr lang="ko-KR" altLang="en-US" sz="1900" kern="1200" dirty="0"/>
        </a:p>
      </dsp:txBody>
      <dsp:txXfrm>
        <a:off x="4155" y="1282310"/>
        <a:ext cx="2393138" cy="1435882"/>
      </dsp:txXfrm>
    </dsp:sp>
    <dsp:sp modelId="{6E40A152-F9C9-4F9A-AEA4-65783C557815}">
      <dsp:nvSpPr>
        <dsp:cNvPr id="0" name=""/>
        <dsp:cNvSpPr/>
      </dsp:nvSpPr>
      <dsp:spPr>
        <a:xfrm>
          <a:off x="2636607" y="1703502"/>
          <a:ext cx="507345" cy="5934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>
        <a:off x="2636607" y="1703502"/>
        <a:ext cx="507345" cy="593498"/>
      </dsp:txXfrm>
    </dsp:sp>
    <dsp:sp modelId="{A6508206-FFC6-4FBC-B5FF-88AB0EB8C2E4}">
      <dsp:nvSpPr>
        <dsp:cNvPr id="0" name=""/>
        <dsp:cNvSpPr/>
      </dsp:nvSpPr>
      <dsp:spPr>
        <a:xfrm>
          <a:off x="3354548" y="1282310"/>
          <a:ext cx="1931932" cy="1435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일정 시간 동안 사과를 회전</a:t>
          </a:r>
          <a:endParaRPr lang="en-US" altLang="ko-KR" sz="1900" kern="1200" dirty="0" smtClean="0"/>
        </a:p>
      </dsp:txBody>
      <dsp:txXfrm>
        <a:off x="3354548" y="1282310"/>
        <a:ext cx="1931932" cy="1435882"/>
      </dsp:txXfrm>
    </dsp:sp>
    <dsp:sp modelId="{8F8800A4-1378-4CB3-A915-7668E147742B}">
      <dsp:nvSpPr>
        <dsp:cNvPr id="0" name=""/>
        <dsp:cNvSpPr/>
      </dsp:nvSpPr>
      <dsp:spPr>
        <a:xfrm>
          <a:off x="5525795" y="1703502"/>
          <a:ext cx="507345" cy="5934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>
        <a:off x="5525795" y="1703502"/>
        <a:ext cx="507345" cy="593498"/>
      </dsp:txXfrm>
    </dsp:sp>
    <dsp:sp modelId="{1D65A82A-110D-4237-899F-3AC2CBF74584}">
      <dsp:nvSpPr>
        <dsp:cNvPr id="0" name=""/>
        <dsp:cNvSpPr/>
      </dsp:nvSpPr>
      <dsp:spPr>
        <a:xfrm>
          <a:off x="6243736" y="1282310"/>
          <a:ext cx="2396105" cy="1435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err="1" smtClean="0"/>
            <a:t>서보</a:t>
          </a:r>
          <a:r>
            <a:rPr lang="ko-KR" altLang="en-US" sz="1900" kern="1200" dirty="0" smtClean="0"/>
            <a:t> 모터에 주는   주파수를 변경시켜    칼날의 위치를 변경</a:t>
          </a:r>
          <a:endParaRPr lang="ko-KR" altLang="en-US" sz="1900" kern="1200" dirty="0"/>
        </a:p>
      </dsp:txBody>
      <dsp:txXfrm>
        <a:off x="6243736" y="1282310"/>
        <a:ext cx="2396105" cy="1435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78E1C41-F182-418A-9E16-8E2DC615CFF9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C1D5A37-33B7-458E-9F96-152F77DA82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00174"/>
            <a:ext cx="7772400" cy="1829761"/>
          </a:xfrm>
        </p:spPr>
        <p:txBody>
          <a:bodyPr/>
          <a:lstStyle/>
          <a:p>
            <a:r>
              <a:rPr lang="ko-KR" altLang="en-US" dirty="0" smtClean="0"/>
              <a:t>사과 깎는 로봇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APPLE PEELER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14546" y="3714752"/>
            <a:ext cx="4414846" cy="1208827"/>
          </a:xfrm>
        </p:spPr>
        <p:txBody>
          <a:bodyPr/>
          <a:lstStyle/>
          <a:p>
            <a:r>
              <a:rPr lang="en-US" altLang="ko-KR" dirty="0" smtClean="0"/>
              <a:t>MR 09 </a:t>
            </a:r>
            <a:r>
              <a:rPr lang="ko-KR" altLang="en-US" dirty="0" smtClean="0"/>
              <a:t>오경</a:t>
            </a:r>
            <a:r>
              <a:rPr lang="ko-KR" altLang="en-US" dirty="0"/>
              <a:t>목</a:t>
            </a:r>
          </a:p>
        </p:txBody>
      </p:sp>
      <p:pic>
        <p:nvPicPr>
          <p:cNvPr id="1029" name="Picture 5" descr="http://drmyers.files.wordpress.com/2009/06/app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714488"/>
            <a:ext cx="3171825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2117747"/>
            <a:ext cx="8229600" cy="4525963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이 로봇은 사과를 회전시키고 칼날을 사과에 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dirty="0" smtClean="0"/>
              <a:t>밀착시켜 깎는 로봇입니다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 </a:t>
            </a:r>
            <a:r>
              <a:rPr lang="ko-KR" altLang="en-US" dirty="0" err="1" smtClean="0"/>
              <a:t>서보</a:t>
            </a:r>
            <a:r>
              <a:rPr lang="ko-KR" altLang="en-US" dirty="0" smtClean="0"/>
              <a:t> 모터를 이용하여 칼날의 각도를 변경해가며 사과를 깎게 됩니다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개요</a:t>
            </a:r>
            <a:r>
              <a:rPr lang="en-US" altLang="ko-KR" dirty="0" smtClean="0"/>
              <a:t>	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903433"/>
            <a:ext cx="8229600" cy="4525963"/>
          </a:xfrm>
        </p:spPr>
        <p:txBody>
          <a:bodyPr/>
          <a:lstStyle/>
          <a:p>
            <a:r>
              <a:rPr lang="en-US" altLang="ko-KR" dirty="0" smtClean="0"/>
              <a:t>DC </a:t>
            </a:r>
            <a:r>
              <a:rPr lang="ko-KR" altLang="en-US" dirty="0" smtClean="0"/>
              <a:t>기어 모터</a:t>
            </a:r>
            <a:r>
              <a:rPr lang="en-US" altLang="ko-KR" dirty="0" smtClean="0"/>
              <a:t>(</a:t>
            </a:r>
            <a:r>
              <a:rPr lang="en-US" altLang="ko-KR" dirty="0" smtClean="0"/>
              <a:t>RTX-RED)</a:t>
            </a:r>
            <a:r>
              <a:rPr lang="ko-KR" altLang="en-US" dirty="0" smtClean="0"/>
              <a:t> </a:t>
            </a:r>
            <a:r>
              <a:rPr lang="en-US" altLang="ko-KR" dirty="0" smtClean="0"/>
              <a:t>1 - </a:t>
            </a:r>
            <a:r>
              <a:rPr lang="ko-KR" altLang="en-US" dirty="0" smtClean="0"/>
              <a:t>사과 회전용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DC </a:t>
            </a:r>
            <a:r>
              <a:rPr lang="ko-KR" altLang="en-US" dirty="0" smtClean="0"/>
              <a:t>기어 모터</a:t>
            </a:r>
            <a:r>
              <a:rPr lang="en-US" altLang="ko-KR" dirty="0" smtClean="0"/>
              <a:t>(RTX-RED)</a:t>
            </a:r>
            <a:r>
              <a:rPr lang="ko-KR" altLang="en-US" dirty="0" smtClean="0"/>
              <a:t> </a:t>
            </a:r>
            <a:r>
              <a:rPr lang="en-US" altLang="ko-KR" dirty="0" smtClean="0"/>
              <a:t>2 - </a:t>
            </a:r>
            <a:r>
              <a:rPr lang="ko-KR" altLang="en-US" dirty="0" smtClean="0"/>
              <a:t>칼날 고정용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아날로그 </a:t>
            </a:r>
            <a:r>
              <a:rPr lang="ko-KR" altLang="en-US" dirty="0" err="1" smtClean="0"/>
              <a:t>서보모터</a:t>
            </a:r>
            <a:r>
              <a:rPr lang="en-US" altLang="ko-KR" dirty="0" smtClean="0"/>
              <a:t>(ES-311)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칼날의 각을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MCU(ATMEGA 8535L)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사용 부품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작동 구조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85720" y="714356"/>
            <a:ext cx="8643998" cy="4500649"/>
            <a:chOff x="285720" y="2071678"/>
            <a:chExt cx="8643998" cy="4500649"/>
          </a:xfrm>
        </p:grpSpPr>
        <p:graphicFrame>
          <p:nvGraphicFramePr>
            <p:cNvPr id="5" name="다이어그램 4"/>
            <p:cNvGraphicFramePr/>
            <p:nvPr/>
          </p:nvGraphicFramePr>
          <p:xfrm>
            <a:off x="285720" y="2071678"/>
            <a:ext cx="8643998" cy="400050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위로 굽은 화살표 5"/>
            <p:cNvSpPr/>
            <p:nvPr/>
          </p:nvSpPr>
          <p:spPr>
            <a:xfrm rot="5400000" flipV="1">
              <a:off x="6600839" y="5100649"/>
              <a:ext cx="1285884" cy="942982"/>
            </a:xfrm>
            <a:prstGeom prst="bentUp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위로 굽은 화살표 6"/>
            <p:cNvSpPr/>
            <p:nvPr/>
          </p:nvSpPr>
          <p:spPr>
            <a:xfrm rot="10800000" flipV="1">
              <a:off x="1357290" y="5143512"/>
              <a:ext cx="792312" cy="1000132"/>
            </a:xfrm>
            <a:prstGeom prst="bentUp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2571736" y="5214950"/>
              <a:ext cx="3568934" cy="1357377"/>
              <a:chOff x="3170026" y="1321563"/>
              <a:chExt cx="1497232" cy="1357377"/>
            </a:xfrm>
          </p:grpSpPr>
          <p:sp>
            <p:nvSpPr>
              <p:cNvPr id="9" name="모서리가 둥근 직사각형 8"/>
              <p:cNvSpPr/>
              <p:nvPr/>
            </p:nvSpPr>
            <p:spPr>
              <a:xfrm>
                <a:off x="3170026" y="1321563"/>
                <a:ext cx="1497232" cy="135737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" name="모서리가 둥근 직사각형 4"/>
              <p:cNvSpPr/>
              <p:nvPr/>
            </p:nvSpPr>
            <p:spPr>
              <a:xfrm>
                <a:off x="3209782" y="1361319"/>
                <a:ext cx="1417720" cy="127786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8580" tIns="68580" rIns="68580" bIns="68580" numCol="1" spcCol="1270" anchor="ctr" anchorCtr="0">
                <a:noAutofit/>
              </a:bodyPr>
              <a:lstStyle/>
              <a:p>
                <a:pPr lvl="0" algn="ctr" defTabSz="8001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dirty="0" smtClean="0"/>
                  <a:t>사과</a:t>
                </a:r>
                <a:r>
                  <a:rPr lang="ko-KR" altLang="en-US" dirty="0"/>
                  <a:t>의 </a:t>
                </a:r>
                <a:r>
                  <a:rPr lang="ko-KR" altLang="en-US" dirty="0" smtClean="0"/>
                  <a:t>모든 면을 </a:t>
                </a:r>
                <a:endParaRPr lang="en-US" altLang="ko-KR" dirty="0" smtClean="0"/>
              </a:p>
              <a:p>
                <a:pPr lvl="0" algn="ctr" defTabSz="8001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dirty="0" smtClean="0"/>
                  <a:t>다 깎을 때 까지 반복</a:t>
                </a:r>
                <a:endParaRPr lang="ko-KR" altLang="en-US" sz="1800" kern="1200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28596" y="2260623"/>
            <a:ext cx="8229600" cy="4525963"/>
          </a:xfrm>
        </p:spPr>
        <p:txBody>
          <a:bodyPr/>
          <a:lstStyle/>
          <a:p>
            <a:r>
              <a:rPr lang="ko-KR" altLang="en-US" dirty="0" smtClean="0"/>
              <a:t>처음에 칼날을 밀착시킬 때 거리 센서를 사용하려 했으나</a:t>
            </a:r>
            <a:r>
              <a:rPr lang="en-US" altLang="ko-KR" dirty="0" smtClean="0"/>
              <a:t>,</a:t>
            </a:r>
            <a:r>
              <a:rPr lang="ko-KR" altLang="en-US" dirty="0" smtClean="0"/>
              <a:t> 측정 거리가 충분히 작은 센서를 구하지 못함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사과를 회전축에 더 단단히 고정시킬 방향 모색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개선 방향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감사합니다</a:t>
            </a:r>
            <a:endParaRPr lang="ko-KR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184</TotalTime>
  <Words>102</Words>
  <Application>Microsoft Office PowerPoint</Application>
  <PresentationFormat>화면 슬라이드 쇼(4:3)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광장</vt:lpstr>
      <vt:lpstr>사과 깎는 로봇 APPLE PEELER</vt:lpstr>
      <vt:lpstr>개요 </vt:lpstr>
      <vt:lpstr>사용 부품</vt:lpstr>
      <vt:lpstr>작동 구조</vt:lpstr>
      <vt:lpstr>개선 방향</vt:lpstr>
      <vt:lpstr>감사합니다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사과 깎는 로봇</dc:title>
  <dc:creator>user</dc:creator>
  <cp:lastModifiedBy>user</cp:lastModifiedBy>
  <cp:revision>22</cp:revision>
  <dcterms:created xsi:type="dcterms:W3CDTF">2009-11-20T11:24:47Z</dcterms:created>
  <dcterms:modified xsi:type="dcterms:W3CDTF">2009-11-20T16:45:13Z</dcterms:modified>
</cp:coreProperties>
</file>